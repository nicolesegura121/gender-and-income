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D_5C054788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8" r:id="rId4"/>
    <p:sldId id="272" r:id="rId5"/>
    <p:sldId id="277" r:id="rId6"/>
    <p:sldId id="269" r:id="rId7"/>
    <p:sldId id="281" r:id="rId8"/>
    <p:sldId id="273" r:id="rId9"/>
    <p:sldId id="284" r:id="rId10"/>
    <p:sldId id="264" r:id="rId11"/>
    <p:sldId id="263" r:id="rId12"/>
    <p:sldId id="276" r:id="rId13"/>
    <p:sldId id="285" r:id="rId14"/>
    <p:sldId id="288" r:id="rId15"/>
    <p:sldId id="278" r:id="rId16"/>
    <p:sldId id="287" r:id="rId17"/>
    <p:sldId id="28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B65E9E-2688-5F1B-C1A3-EC6B64B9B520}" name="Nicole Segura Salas" initials="NS" userId="7d3eaf8c3904e2b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6B"/>
    <a:srgbClr val="98D8C8"/>
    <a:srgbClr val="E2D2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0E8A7-2BDB-4713-BEBB-098B7076C716}" v="91" dt="2026-04-17T09:22:29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72" autoAdjust="0"/>
    <p:restoredTop sz="91355" autoAdjust="0"/>
  </p:normalViewPr>
  <p:slideViewPr>
    <p:cSldViewPr snapToGrid="0" showGuides="1">
      <p:cViewPr>
        <p:scale>
          <a:sx n="90" d="100"/>
          <a:sy n="90" d="100"/>
        </p:scale>
        <p:origin x="-211" y="53"/>
      </p:cViewPr>
      <p:guideLst>
        <p:guide orient="horz" pos="20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Segura Salas" userId="7d3eaf8c3904e2bb" providerId="LiveId" clId="{43EC03FE-C36A-4A48-9A76-C934FC47D035}"/>
    <pc:docChg chg="undo custSel addSld delSld modSld sldOrd">
      <pc:chgData name="Nicole Segura Salas" userId="7d3eaf8c3904e2bb" providerId="LiveId" clId="{43EC03FE-C36A-4A48-9A76-C934FC47D035}" dt="2026-04-17T10:55:28.189" v="2828" actId="20577"/>
      <pc:docMkLst>
        <pc:docMk/>
      </pc:docMkLst>
      <pc:sldChg chg="addSp delSp modSp mod setBg">
        <pc:chgData name="Nicole Segura Salas" userId="7d3eaf8c3904e2bb" providerId="LiveId" clId="{43EC03FE-C36A-4A48-9A76-C934FC47D035}" dt="2026-04-16T20:04:36.555" v="119" actId="403"/>
        <pc:sldMkLst>
          <pc:docMk/>
          <pc:sldMk cId="3722880375" sldId="256"/>
        </pc:sldMkLst>
        <pc:spChg chg="mod">
          <ac:chgData name="Nicole Segura Salas" userId="7d3eaf8c3904e2bb" providerId="LiveId" clId="{43EC03FE-C36A-4A48-9A76-C934FC47D035}" dt="2026-04-16T20:04:32.996" v="116" actId="20577"/>
          <ac:spMkLst>
            <pc:docMk/>
            <pc:sldMk cId="3722880375" sldId="256"/>
            <ac:spMk id="2" creationId="{28AF1136-53DC-E301-6534-8077795131EE}"/>
          </ac:spMkLst>
        </pc:spChg>
        <pc:spChg chg="mod">
          <ac:chgData name="Nicole Segura Salas" userId="7d3eaf8c3904e2bb" providerId="LiveId" clId="{43EC03FE-C36A-4A48-9A76-C934FC47D035}" dt="2026-04-16T20:04:36.555" v="119" actId="403"/>
          <ac:spMkLst>
            <pc:docMk/>
            <pc:sldMk cId="3722880375" sldId="256"/>
            <ac:spMk id="3" creationId="{9488026B-C6BD-8EDA-CE64-63F0E501191D}"/>
          </ac:spMkLst>
        </pc:spChg>
        <pc:spChg chg="add">
          <ac:chgData name="Nicole Segura Salas" userId="7d3eaf8c3904e2bb" providerId="LiveId" clId="{43EC03FE-C36A-4A48-9A76-C934FC47D035}" dt="2026-04-16T20:00:29.162" v="0" actId="26606"/>
          <ac:spMkLst>
            <pc:docMk/>
            <pc:sldMk cId="3722880375" sldId="256"/>
            <ac:spMk id="8" creationId="{C27D7A02-907B-496F-BA7E-AA3780733CA7}"/>
          </ac:spMkLst>
        </pc:spChg>
        <pc:spChg chg="add">
          <ac:chgData name="Nicole Segura Salas" userId="7d3eaf8c3904e2bb" providerId="LiveId" clId="{43EC03FE-C36A-4A48-9A76-C934FC47D035}" dt="2026-04-16T20:00:29.162" v="0" actId="26606"/>
          <ac:spMkLst>
            <pc:docMk/>
            <pc:sldMk cId="3722880375" sldId="256"/>
            <ac:spMk id="10" creationId="{0FBA5268-0AE7-4CAD-9537-D0EB09E76406}"/>
          </ac:spMkLst>
        </pc:spChg>
        <pc:spChg chg="add">
          <ac:chgData name="Nicole Segura Salas" userId="7d3eaf8c3904e2bb" providerId="LiveId" clId="{43EC03FE-C36A-4A48-9A76-C934FC47D035}" dt="2026-04-16T20:00:29.162" v="0" actId="26606"/>
          <ac:spMkLst>
            <pc:docMk/>
            <pc:sldMk cId="3722880375" sldId="256"/>
            <ac:spMk id="12" creationId="{088D065B-39DA-4077-B9CF-E489CE4C0169}"/>
          </ac:spMkLst>
        </pc:spChg>
        <pc:picChg chg="add del">
          <ac:chgData name="Nicole Segura Salas" userId="7d3eaf8c3904e2bb" providerId="LiveId" clId="{43EC03FE-C36A-4A48-9A76-C934FC47D035}" dt="2026-04-16T20:01:31.535" v="2" actId="478"/>
          <ac:picMkLst>
            <pc:docMk/>
            <pc:sldMk cId="3722880375" sldId="256"/>
            <ac:picMk id="1026" creationId="{A0AE468E-3560-912D-F6FC-AB7702DD20F8}"/>
          </ac:picMkLst>
        </pc:picChg>
        <pc:picChg chg="add mod">
          <ac:chgData name="Nicole Segura Salas" userId="7d3eaf8c3904e2bb" providerId="LiveId" clId="{43EC03FE-C36A-4A48-9A76-C934FC47D035}" dt="2026-04-16T20:01:54.518" v="6" actId="1076"/>
          <ac:picMkLst>
            <pc:docMk/>
            <pc:sldMk cId="3722880375" sldId="256"/>
            <ac:picMk id="1028" creationId="{0E529BDF-9E6B-F568-DF71-0FE355A8F76A}"/>
          </ac:picMkLst>
        </pc:picChg>
      </pc:sldChg>
      <pc:sldChg chg="modSp mod">
        <pc:chgData name="Nicole Segura Salas" userId="7d3eaf8c3904e2bb" providerId="LiveId" clId="{43EC03FE-C36A-4A48-9A76-C934FC47D035}" dt="2026-04-17T08:23:51.711" v="1836" actId="1076"/>
        <pc:sldMkLst>
          <pc:docMk/>
          <pc:sldMk cId="3430074163" sldId="258"/>
        </pc:sldMkLst>
        <pc:spChg chg="mod">
          <ac:chgData name="Nicole Segura Salas" userId="7d3eaf8c3904e2bb" providerId="LiveId" clId="{43EC03FE-C36A-4A48-9A76-C934FC47D035}" dt="2026-04-16T20:06:34.815" v="181" actId="20577"/>
          <ac:spMkLst>
            <pc:docMk/>
            <pc:sldMk cId="3430074163" sldId="258"/>
            <ac:spMk id="3" creationId="{71573DCA-C6B1-37AA-E7C6-B090409899D0}"/>
          </ac:spMkLst>
        </pc:spChg>
        <pc:spChg chg="mod">
          <ac:chgData name="Nicole Segura Salas" userId="7d3eaf8c3904e2bb" providerId="LiveId" clId="{43EC03FE-C36A-4A48-9A76-C934FC47D035}" dt="2026-04-17T08:23:51.711" v="1836" actId="1076"/>
          <ac:spMkLst>
            <pc:docMk/>
            <pc:sldMk cId="3430074163" sldId="258"/>
            <ac:spMk id="9" creationId="{25ED889F-1821-FFCF-1FA8-F1178C0D5AE4}"/>
          </ac:spMkLst>
        </pc:spChg>
      </pc:sldChg>
      <pc:sldChg chg="addSp modSp mod">
        <pc:chgData name="Nicole Segura Salas" userId="7d3eaf8c3904e2bb" providerId="LiveId" clId="{43EC03FE-C36A-4A48-9A76-C934FC47D035}" dt="2026-04-17T08:26:35.639" v="1938" actId="1076"/>
        <pc:sldMkLst>
          <pc:docMk/>
          <pc:sldMk cId="1679160295" sldId="263"/>
        </pc:sldMkLst>
        <pc:spChg chg="mod">
          <ac:chgData name="Nicole Segura Salas" userId="7d3eaf8c3904e2bb" providerId="LiveId" clId="{43EC03FE-C36A-4A48-9A76-C934FC47D035}" dt="2026-04-16T20:50:17.954" v="574" actId="1076"/>
          <ac:spMkLst>
            <pc:docMk/>
            <pc:sldMk cId="1679160295" sldId="263"/>
            <ac:spMk id="2" creationId="{66B157A3-07A2-83BE-7692-353C504E0DEF}"/>
          </ac:spMkLst>
        </pc:spChg>
        <pc:spChg chg="add mod">
          <ac:chgData name="Nicole Segura Salas" userId="7d3eaf8c3904e2bb" providerId="LiveId" clId="{43EC03FE-C36A-4A48-9A76-C934FC47D035}" dt="2026-04-17T08:25:53.026" v="1858" actId="207"/>
          <ac:spMkLst>
            <pc:docMk/>
            <pc:sldMk cId="1679160295" sldId="263"/>
            <ac:spMk id="3" creationId="{C187CAE6-2026-B2A6-8D75-E7284A1CA3A3}"/>
          </ac:spMkLst>
        </pc:spChg>
        <pc:spChg chg="add mod">
          <ac:chgData name="Nicole Segura Salas" userId="7d3eaf8c3904e2bb" providerId="LiveId" clId="{43EC03FE-C36A-4A48-9A76-C934FC47D035}" dt="2026-04-17T08:26:01.866" v="1861" actId="1076"/>
          <ac:spMkLst>
            <pc:docMk/>
            <pc:sldMk cId="1679160295" sldId="263"/>
            <ac:spMk id="4" creationId="{F9A1ED5A-E43A-65F0-3DBE-FD5A36367C0F}"/>
          </ac:spMkLst>
        </pc:spChg>
        <pc:spChg chg="add mod">
          <ac:chgData name="Nicole Segura Salas" userId="7d3eaf8c3904e2bb" providerId="LiveId" clId="{43EC03FE-C36A-4A48-9A76-C934FC47D035}" dt="2026-04-17T08:26:35.639" v="1938" actId="1076"/>
          <ac:spMkLst>
            <pc:docMk/>
            <pc:sldMk cId="1679160295" sldId="263"/>
            <ac:spMk id="5" creationId="{40DF18EE-81F1-6FD6-7D93-D6D41129EAF0}"/>
          </ac:spMkLst>
        </pc:spChg>
        <pc:spChg chg="mod ord">
          <ac:chgData name="Nicole Segura Salas" userId="7d3eaf8c3904e2bb" providerId="LiveId" clId="{43EC03FE-C36A-4A48-9A76-C934FC47D035}" dt="2026-04-17T08:25:57.906" v="1859" actId="1076"/>
          <ac:spMkLst>
            <pc:docMk/>
            <pc:sldMk cId="1679160295" sldId="263"/>
            <ac:spMk id="27" creationId="{75A824D0-75B4-CF16-0D2E-FBD4771DA1CD}"/>
          </ac:spMkLst>
        </pc:spChg>
      </pc:sldChg>
      <pc:sldChg chg="addSp delSp modSp mod">
        <pc:chgData name="Nicole Segura Salas" userId="7d3eaf8c3904e2bb" providerId="LiveId" clId="{43EC03FE-C36A-4A48-9A76-C934FC47D035}" dt="2026-04-17T07:08:34.156" v="1045" actId="20577"/>
        <pc:sldMkLst>
          <pc:docMk/>
          <pc:sldMk cId="782558486" sldId="264"/>
        </pc:sldMkLst>
        <pc:spChg chg="mod">
          <ac:chgData name="Nicole Segura Salas" userId="7d3eaf8c3904e2bb" providerId="LiveId" clId="{43EC03FE-C36A-4A48-9A76-C934FC47D035}" dt="2026-04-16T21:39:35.896" v="871" actId="14100"/>
          <ac:spMkLst>
            <pc:docMk/>
            <pc:sldMk cId="782558486" sldId="264"/>
            <ac:spMk id="2" creationId="{31492AD4-5408-27EA-7DE7-1EA185061A57}"/>
          </ac:spMkLst>
        </pc:spChg>
        <pc:spChg chg="mod">
          <ac:chgData name="Nicole Segura Salas" userId="7d3eaf8c3904e2bb" providerId="LiveId" clId="{43EC03FE-C36A-4A48-9A76-C934FC47D035}" dt="2026-04-17T07:08:34.156" v="1045" actId="20577"/>
          <ac:spMkLst>
            <pc:docMk/>
            <pc:sldMk cId="782558486" sldId="264"/>
            <ac:spMk id="15" creationId="{441F6893-15C6-C296-F1E5-FD162B92D114}"/>
          </ac:spMkLst>
        </pc:spChg>
        <pc:spChg chg="mod">
          <ac:chgData name="Nicole Segura Salas" userId="7d3eaf8c3904e2bb" providerId="LiveId" clId="{43EC03FE-C36A-4A48-9A76-C934FC47D035}" dt="2026-04-16T21:39:10.238" v="867" actId="14100"/>
          <ac:spMkLst>
            <pc:docMk/>
            <pc:sldMk cId="782558486" sldId="264"/>
            <ac:spMk id="17" creationId="{3B9DEFDB-EDB3-E5B1-4CB0-E6F88C04382A}"/>
          </ac:spMkLst>
        </pc:spChg>
        <pc:picChg chg="add mod">
          <ac:chgData name="Nicole Segura Salas" userId="7d3eaf8c3904e2bb" providerId="LiveId" clId="{43EC03FE-C36A-4A48-9A76-C934FC47D035}" dt="2026-04-16T21:39:45.203" v="877" actId="1076"/>
          <ac:picMkLst>
            <pc:docMk/>
            <pc:sldMk cId="782558486" sldId="264"/>
            <ac:picMk id="4" creationId="{18204BA1-3872-9AE4-96E5-A0F0B2D941AC}"/>
          </ac:picMkLst>
        </pc:picChg>
        <pc:picChg chg="del">
          <ac:chgData name="Nicole Segura Salas" userId="7d3eaf8c3904e2bb" providerId="LiveId" clId="{43EC03FE-C36A-4A48-9A76-C934FC47D035}" dt="2026-04-16T21:35:28.363" v="668" actId="478"/>
          <ac:picMkLst>
            <pc:docMk/>
            <pc:sldMk cId="782558486" sldId="264"/>
            <ac:picMk id="13" creationId="{CAA9FB0C-2F70-EBE1-06F7-70578402FA9E}"/>
          </ac:picMkLst>
        </pc:picChg>
        <pc:picChg chg="del">
          <ac:chgData name="Nicole Segura Salas" userId="7d3eaf8c3904e2bb" providerId="LiveId" clId="{43EC03FE-C36A-4A48-9A76-C934FC47D035}" dt="2026-04-16T21:35:27.816" v="667" actId="478"/>
          <ac:picMkLst>
            <pc:docMk/>
            <pc:sldMk cId="782558486" sldId="264"/>
            <ac:picMk id="16" creationId="{0EE8294D-2711-1236-B0A0-9F07B751A659}"/>
          </ac:picMkLst>
        </pc:picChg>
      </pc:sldChg>
      <pc:sldChg chg="addSp delSp modSp mod modNotesTx">
        <pc:chgData name="Nicole Segura Salas" userId="7d3eaf8c3904e2bb" providerId="LiveId" clId="{43EC03FE-C36A-4A48-9A76-C934FC47D035}" dt="2026-04-17T10:23:31.083" v="2784" actId="20577"/>
        <pc:sldMkLst>
          <pc:docMk/>
          <pc:sldMk cId="1543849864" sldId="269"/>
        </pc:sldMkLst>
        <pc:spChg chg="add mod">
          <ac:chgData name="Nicole Segura Salas" userId="7d3eaf8c3904e2bb" providerId="LiveId" clId="{43EC03FE-C36A-4A48-9A76-C934FC47D035}" dt="2026-04-17T10:23:31.083" v="2784" actId="20577"/>
          <ac:spMkLst>
            <pc:docMk/>
            <pc:sldMk cId="1543849864" sldId="269"/>
            <ac:spMk id="2" creationId="{207BAE4E-A7F2-C6D6-2687-0281A4D3F7A6}"/>
          </ac:spMkLst>
        </pc:spChg>
        <pc:spChg chg="add del mod">
          <ac:chgData name="Nicole Segura Salas" userId="7d3eaf8c3904e2bb" providerId="LiveId" clId="{43EC03FE-C36A-4A48-9A76-C934FC47D035}" dt="2026-04-16T21:19:16.492" v="607"/>
          <ac:spMkLst>
            <pc:docMk/>
            <pc:sldMk cId="1543849864" sldId="269"/>
            <ac:spMk id="9" creationId="{941A25A3-E7D4-0CE8-80BA-184FAE5B8A8D}"/>
          </ac:spMkLst>
        </pc:spChg>
        <pc:spChg chg="mod">
          <ac:chgData name="Nicole Segura Salas" userId="7d3eaf8c3904e2bb" providerId="LiveId" clId="{43EC03FE-C36A-4A48-9A76-C934FC47D035}" dt="2026-04-16T21:21:18.236" v="618" actId="26606"/>
          <ac:spMkLst>
            <pc:docMk/>
            <pc:sldMk cId="1543849864" sldId="269"/>
            <ac:spMk id="13" creationId="{F5CC2AC8-1046-9E63-B253-3247CE7D97C9}"/>
          </ac:spMkLst>
        </pc:spChg>
        <pc:spChg chg="add del mod">
          <ac:chgData name="Nicole Segura Salas" userId="7d3eaf8c3904e2bb" providerId="LiveId" clId="{43EC03FE-C36A-4A48-9A76-C934FC47D035}" dt="2026-04-16T21:21:06.461" v="614"/>
          <ac:spMkLst>
            <pc:docMk/>
            <pc:sldMk cId="1543849864" sldId="269"/>
            <ac:spMk id="14" creationId="{E5557AEC-A003-D851-1B0C-6AF063A2EAF5}"/>
          </ac:spMkLst>
        </pc:spChg>
        <pc:spChg chg="add del mod">
          <ac:chgData name="Nicole Segura Salas" userId="7d3eaf8c3904e2bb" providerId="LiveId" clId="{43EC03FE-C36A-4A48-9A76-C934FC47D035}" dt="2026-04-16T21:22:24.071" v="622" actId="478"/>
          <ac:spMkLst>
            <pc:docMk/>
            <pc:sldMk cId="1543849864" sldId="269"/>
            <ac:spMk id="18" creationId="{3B95CE0C-AEF4-ED53-0CFD-EBCD91518AA7}"/>
          </ac:spMkLst>
        </pc:spChg>
        <pc:spChg chg="mod ord">
          <ac:chgData name="Nicole Segura Salas" userId="7d3eaf8c3904e2bb" providerId="LiveId" clId="{43EC03FE-C36A-4A48-9A76-C934FC47D035}" dt="2026-04-17T09:20:30.322" v="2536" actId="20577"/>
          <ac:spMkLst>
            <pc:docMk/>
            <pc:sldMk cId="1543849864" sldId="269"/>
            <ac:spMk id="20" creationId="{35D43D7A-0DAC-351B-DD07-53FD40A893D6}"/>
          </ac:spMkLst>
        </pc:spChg>
        <pc:spChg chg="add del">
          <ac:chgData name="Nicole Segura Salas" userId="7d3eaf8c3904e2bb" providerId="LiveId" clId="{43EC03FE-C36A-4A48-9A76-C934FC47D035}" dt="2026-04-16T20:16:44.146" v="261" actId="26606"/>
          <ac:spMkLst>
            <pc:docMk/>
            <pc:sldMk cId="1543849864" sldId="269"/>
            <ac:spMk id="28" creationId="{8761DDFE-071F-4200-B0AA-394476C2D2D6}"/>
          </ac:spMkLst>
        </pc:spChg>
        <pc:spChg chg="add del">
          <ac:chgData name="Nicole Segura Salas" userId="7d3eaf8c3904e2bb" providerId="LiveId" clId="{43EC03FE-C36A-4A48-9A76-C934FC47D035}" dt="2026-04-16T20:16:44.139" v="260" actId="26606"/>
          <ac:spMkLst>
            <pc:docMk/>
            <pc:sldMk cId="1543849864" sldId="269"/>
            <ac:spMk id="33" creationId="{50DF6B93-F3AC-40E0-8651-89582E5E8702}"/>
          </ac:spMkLst>
        </pc:spChg>
        <pc:spChg chg="add del">
          <ac:chgData name="Nicole Segura Salas" userId="7d3eaf8c3904e2bb" providerId="LiveId" clId="{43EC03FE-C36A-4A48-9A76-C934FC47D035}" dt="2026-04-16T20:16:44.139" v="260" actId="26606"/>
          <ac:spMkLst>
            <pc:docMk/>
            <pc:sldMk cId="1543849864" sldId="269"/>
            <ac:spMk id="35" creationId="{E8027539-FDC1-4BD7-ABD3-2C96884650DB}"/>
          </ac:spMkLst>
        </pc:spChg>
        <pc:spChg chg="add del">
          <ac:chgData name="Nicole Segura Salas" userId="7d3eaf8c3904e2bb" providerId="LiveId" clId="{43EC03FE-C36A-4A48-9A76-C934FC47D035}" dt="2026-04-16T20:16:44.139" v="260" actId="26606"/>
          <ac:spMkLst>
            <pc:docMk/>
            <pc:sldMk cId="1543849864" sldId="269"/>
            <ac:spMk id="37" creationId="{8746EFA5-E6C7-4867-8011-E729148E8DFC}"/>
          </ac:spMkLst>
        </pc:spChg>
        <pc:spChg chg="add del">
          <ac:chgData name="Nicole Segura Salas" userId="7d3eaf8c3904e2bb" providerId="LiveId" clId="{43EC03FE-C36A-4A48-9A76-C934FC47D035}" dt="2026-04-16T20:59:21.340" v="582" actId="26606"/>
          <ac:spMkLst>
            <pc:docMk/>
            <pc:sldMk cId="1543849864" sldId="269"/>
            <ac:spMk id="39" creationId="{69D47016-023F-44BD-981C-50E7A10A6609}"/>
          </ac:spMkLst>
        </pc:spChg>
        <pc:spChg chg="add del">
          <ac:chgData name="Nicole Segura Salas" userId="7d3eaf8c3904e2bb" providerId="LiveId" clId="{43EC03FE-C36A-4A48-9A76-C934FC47D035}" dt="2026-04-16T20:59:21.340" v="582" actId="26606"/>
          <ac:spMkLst>
            <pc:docMk/>
            <pc:sldMk cId="1543849864" sldId="269"/>
            <ac:spMk id="40" creationId="{6D8B37B0-0682-433E-BC8D-498C04ABD9A7}"/>
          </ac:spMkLst>
        </pc:spChg>
        <pc:spChg chg="add del">
          <ac:chgData name="Nicole Segura Salas" userId="7d3eaf8c3904e2bb" providerId="LiveId" clId="{43EC03FE-C36A-4A48-9A76-C934FC47D035}" dt="2026-04-16T21:00:29.022" v="593" actId="26606"/>
          <ac:spMkLst>
            <pc:docMk/>
            <pc:sldMk cId="1543849864" sldId="269"/>
            <ac:spMk id="45" creationId="{20366137-3DBB-4912-98D5-6727020207DE}"/>
          </ac:spMkLst>
        </pc:spChg>
        <pc:spChg chg="add del">
          <ac:chgData name="Nicole Segura Salas" userId="7d3eaf8c3904e2bb" providerId="LiveId" clId="{43EC03FE-C36A-4A48-9A76-C934FC47D035}" dt="2026-04-16T21:00:29.022" v="593" actId="26606"/>
          <ac:spMkLst>
            <pc:docMk/>
            <pc:sldMk cId="1543849864" sldId="269"/>
            <ac:spMk id="47" creationId="{5D28D1CE-5BF4-45B7-8D6D-B31A3198079C}"/>
          </ac:spMkLst>
        </pc:spChg>
        <pc:spChg chg="add del">
          <ac:chgData name="Nicole Segura Salas" userId="7d3eaf8c3904e2bb" providerId="LiveId" clId="{43EC03FE-C36A-4A48-9A76-C934FC47D035}" dt="2026-04-16T21:00:29.018" v="592" actId="26606"/>
          <ac:spMkLst>
            <pc:docMk/>
            <pc:sldMk cId="1543849864" sldId="269"/>
            <ac:spMk id="52" creationId="{5EF17487-C386-4F99-B5EB-4FD3DF4236B2}"/>
          </ac:spMkLst>
        </pc:spChg>
        <pc:spChg chg="add del">
          <ac:chgData name="Nicole Segura Salas" userId="7d3eaf8c3904e2bb" providerId="LiveId" clId="{43EC03FE-C36A-4A48-9A76-C934FC47D035}" dt="2026-04-16T21:00:29.018" v="592" actId="26606"/>
          <ac:spMkLst>
            <pc:docMk/>
            <pc:sldMk cId="1543849864" sldId="269"/>
            <ac:spMk id="54" creationId="{A0DE92DF-4769-4DE9-93FD-EE31271850CA}"/>
          </ac:spMkLst>
        </pc:spChg>
        <pc:spChg chg="add del">
          <ac:chgData name="Nicole Segura Salas" userId="7d3eaf8c3904e2bb" providerId="LiveId" clId="{43EC03FE-C36A-4A48-9A76-C934FC47D035}" dt="2026-04-16T21:21:18.236" v="618" actId="26606"/>
          <ac:spMkLst>
            <pc:docMk/>
            <pc:sldMk cId="1543849864" sldId="269"/>
            <ac:spMk id="56" creationId="{20366137-3DBB-4912-98D5-6727020207DE}"/>
          </ac:spMkLst>
        </pc:spChg>
        <pc:spChg chg="add del">
          <ac:chgData name="Nicole Segura Salas" userId="7d3eaf8c3904e2bb" providerId="LiveId" clId="{43EC03FE-C36A-4A48-9A76-C934FC47D035}" dt="2026-04-16T21:21:18.236" v="618" actId="26606"/>
          <ac:spMkLst>
            <pc:docMk/>
            <pc:sldMk cId="1543849864" sldId="269"/>
            <ac:spMk id="57" creationId="{5D28D1CE-5BF4-45B7-8D6D-B31A3198079C}"/>
          </ac:spMkLst>
        </pc:spChg>
        <pc:spChg chg="add">
          <ac:chgData name="Nicole Segura Salas" userId="7d3eaf8c3904e2bb" providerId="LiveId" clId="{43EC03FE-C36A-4A48-9A76-C934FC47D035}" dt="2026-04-16T21:21:18.236" v="618" actId="26606"/>
          <ac:spMkLst>
            <pc:docMk/>
            <pc:sldMk cId="1543849864" sldId="269"/>
            <ac:spMk id="62" creationId="{A51A0227-072A-4F5F-928C-E2C3E5CCD10C}"/>
          </ac:spMkLst>
        </pc:spChg>
        <pc:spChg chg="add">
          <ac:chgData name="Nicole Segura Salas" userId="7d3eaf8c3904e2bb" providerId="LiveId" clId="{43EC03FE-C36A-4A48-9A76-C934FC47D035}" dt="2026-04-16T21:21:18.236" v="618" actId="26606"/>
          <ac:spMkLst>
            <pc:docMk/>
            <pc:sldMk cId="1543849864" sldId="269"/>
            <ac:spMk id="64" creationId="{35D99776-4B38-47DF-A302-11AD9AF87ACA}"/>
          </ac:spMkLst>
        </pc:spChg>
        <pc:picChg chg="add del mod">
          <ac:chgData name="Nicole Segura Salas" userId="7d3eaf8c3904e2bb" providerId="LiveId" clId="{43EC03FE-C36A-4A48-9A76-C934FC47D035}" dt="2026-04-16T21:00:08.036" v="587" actId="478"/>
          <ac:picMkLst>
            <pc:docMk/>
            <pc:sldMk cId="1543849864" sldId="269"/>
            <ac:picMk id="3" creationId="{CE45F3F9-C8A5-4F7E-119D-1FB35687222A}"/>
          </ac:picMkLst>
        </pc:picChg>
        <pc:picChg chg="add del mod">
          <ac:chgData name="Nicole Segura Salas" userId="7d3eaf8c3904e2bb" providerId="LiveId" clId="{43EC03FE-C36A-4A48-9A76-C934FC47D035}" dt="2026-04-16T21:08:20.072" v="600" actId="478"/>
          <ac:picMkLst>
            <pc:docMk/>
            <pc:sldMk cId="1543849864" sldId="269"/>
            <ac:picMk id="5" creationId="{43790ACA-D437-43AD-9E91-F8FF8F278B96}"/>
          </ac:picMkLst>
        </pc:picChg>
        <pc:picChg chg="add del mod ord">
          <ac:chgData name="Nicole Segura Salas" userId="7d3eaf8c3904e2bb" providerId="LiveId" clId="{43EC03FE-C36A-4A48-9A76-C934FC47D035}" dt="2026-04-16T21:22:21.966" v="620" actId="478"/>
          <ac:picMkLst>
            <pc:docMk/>
            <pc:sldMk cId="1543849864" sldId="269"/>
            <ac:picMk id="7" creationId="{11CEA40B-B2DD-AC3F-B459-52FAB4B46548}"/>
          </ac:picMkLst>
        </pc:picChg>
        <pc:picChg chg="add del mod">
          <ac:chgData name="Nicole Segura Salas" userId="7d3eaf8c3904e2bb" providerId="LiveId" clId="{43EC03FE-C36A-4A48-9A76-C934FC47D035}" dt="2026-04-16T21:20:59.992" v="613" actId="478"/>
          <ac:picMkLst>
            <pc:docMk/>
            <pc:sldMk cId="1543849864" sldId="269"/>
            <ac:picMk id="11" creationId="{9F7CE6E6-50E5-73E8-3C98-6A8573CEE21E}"/>
          </ac:picMkLst>
        </pc:picChg>
        <pc:picChg chg="add del mod">
          <ac:chgData name="Nicole Segura Salas" userId="7d3eaf8c3904e2bb" providerId="LiveId" clId="{43EC03FE-C36A-4A48-9A76-C934FC47D035}" dt="2026-04-16T21:22:22.340" v="621" actId="478"/>
          <ac:picMkLst>
            <pc:docMk/>
            <pc:sldMk cId="1543849864" sldId="269"/>
            <ac:picMk id="16" creationId="{D54CC3FD-3BB8-0FE2-50CB-A5EC66ADB33B}"/>
          </ac:picMkLst>
        </pc:picChg>
        <pc:picChg chg="del mod">
          <ac:chgData name="Nicole Segura Salas" userId="7d3eaf8c3904e2bb" providerId="LiveId" clId="{43EC03FE-C36A-4A48-9A76-C934FC47D035}" dt="2026-04-16T20:59:07.771" v="580" actId="478"/>
          <ac:picMkLst>
            <pc:docMk/>
            <pc:sldMk cId="1543849864" sldId="269"/>
            <ac:picMk id="19" creationId="{B6021DC7-48BD-4FFC-C3CC-48381CED7E9D}"/>
          </ac:picMkLst>
        </pc:picChg>
        <pc:picChg chg="add mod">
          <ac:chgData name="Nicole Segura Salas" userId="7d3eaf8c3904e2bb" providerId="LiveId" clId="{43EC03FE-C36A-4A48-9A76-C934FC47D035}" dt="2026-04-16T21:22:48.720" v="637" actId="1076"/>
          <ac:picMkLst>
            <pc:docMk/>
            <pc:sldMk cId="1543849864" sldId="269"/>
            <ac:picMk id="22" creationId="{E7B3893C-F487-E72F-4758-1C116B0A14F0}"/>
          </ac:picMkLst>
        </pc:picChg>
        <pc:picChg chg="del mod ord">
          <ac:chgData name="Nicole Segura Salas" userId="7d3eaf8c3904e2bb" providerId="LiveId" clId="{43EC03FE-C36A-4A48-9A76-C934FC47D035}" dt="2026-04-16T21:19:05.531" v="606" actId="478"/>
          <ac:picMkLst>
            <pc:docMk/>
            <pc:sldMk cId="1543849864" sldId="269"/>
            <ac:picMk id="23" creationId="{84AF6A05-1605-8131-93B9-10344AF35F68}"/>
          </ac:picMkLst>
        </pc:picChg>
        <pc:picChg chg="add mod">
          <ac:chgData name="Nicole Segura Salas" userId="7d3eaf8c3904e2bb" providerId="LiveId" clId="{43EC03FE-C36A-4A48-9A76-C934FC47D035}" dt="2026-04-16T21:22:47.517" v="636" actId="1076"/>
          <ac:picMkLst>
            <pc:docMk/>
            <pc:sldMk cId="1543849864" sldId="269"/>
            <ac:picMk id="25" creationId="{55FDD0B0-3EE7-AAF3-EC2C-4590EC9B7753}"/>
          </ac:picMkLst>
        </pc:picChg>
      </pc:sldChg>
      <pc:sldChg chg="modSp mod">
        <pc:chgData name="Nicole Segura Salas" userId="7d3eaf8c3904e2bb" providerId="LiveId" clId="{43EC03FE-C36A-4A48-9A76-C934FC47D035}" dt="2026-04-17T10:20:58.361" v="2782" actId="20577"/>
        <pc:sldMkLst>
          <pc:docMk/>
          <pc:sldMk cId="118465045" sldId="270"/>
        </pc:sldMkLst>
        <pc:spChg chg="mod">
          <ac:chgData name="Nicole Segura Salas" userId="7d3eaf8c3904e2bb" providerId="LiveId" clId="{43EC03FE-C36A-4A48-9A76-C934FC47D035}" dt="2026-04-17T10:20:58.361" v="2782" actId="20577"/>
          <ac:spMkLst>
            <pc:docMk/>
            <pc:sldMk cId="118465045" sldId="270"/>
            <ac:spMk id="7" creationId="{49DA84E7-5699-4948-71FE-EF29922FCCCE}"/>
          </ac:spMkLst>
        </pc:spChg>
        <pc:graphicFrameChg chg="mod modGraphic">
          <ac:chgData name="Nicole Segura Salas" userId="7d3eaf8c3904e2bb" providerId="LiveId" clId="{43EC03FE-C36A-4A48-9A76-C934FC47D035}" dt="2026-04-16T20:10:05.554" v="205" actId="404"/>
          <ac:graphicFrameMkLst>
            <pc:docMk/>
            <pc:sldMk cId="118465045" sldId="270"/>
            <ac:graphicFrameMk id="4" creationId="{16A55EF1-284B-B0C4-282F-D8C33723C9A3}"/>
          </ac:graphicFrameMkLst>
        </pc:graphicFrameChg>
      </pc:sldChg>
      <pc:sldChg chg="addSp modSp mod">
        <pc:chgData name="Nicole Segura Salas" userId="7d3eaf8c3904e2bb" providerId="LiveId" clId="{43EC03FE-C36A-4A48-9A76-C934FC47D035}" dt="2026-04-16T20:15:19.620" v="257" actId="1035"/>
        <pc:sldMkLst>
          <pc:docMk/>
          <pc:sldMk cId="4147439641" sldId="272"/>
        </pc:sldMkLst>
        <pc:spChg chg="mod">
          <ac:chgData name="Nicole Segura Salas" userId="7d3eaf8c3904e2bb" providerId="LiveId" clId="{43EC03FE-C36A-4A48-9A76-C934FC47D035}" dt="2026-04-16T20:15:12.623" v="227" actId="1036"/>
          <ac:spMkLst>
            <pc:docMk/>
            <pc:sldMk cId="4147439641" sldId="272"/>
            <ac:spMk id="4" creationId="{4E9C2A2D-3E17-CAD6-783F-F95420D1346F}"/>
          </ac:spMkLst>
        </pc:spChg>
        <pc:spChg chg="mod ord">
          <ac:chgData name="Nicole Segura Salas" userId="7d3eaf8c3904e2bb" providerId="LiveId" clId="{43EC03FE-C36A-4A48-9A76-C934FC47D035}" dt="2026-04-16T20:15:19.620" v="257" actId="1035"/>
          <ac:spMkLst>
            <pc:docMk/>
            <pc:sldMk cId="4147439641" sldId="272"/>
            <ac:spMk id="5" creationId="{213190D4-6BCE-91AB-9C97-B25ED48747BD}"/>
          </ac:spMkLst>
        </pc:spChg>
        <pc:spChg chg="mod">
          <ac:chgData name="Nicole Segura Salas" userId="7d3eaf8c3904e2bb" providerId="LiveId" clId="{43EC03FE-C36A-4A48-9A76-C934FC47D035}" dt="2026-04-16T20:15:16.889" v="241" actId="1036"/>
          <ac:spMkLst>
            <pc:docMk/>
            <pc:sldMk cId="4147439641" sldId="272"/>
            <ac:spMk id="8" creationId="{3A3AF697-33B8-4A86-B0DD-CD8593692D9C}"/>
          </ac:spMkLst>
        </pc:spChg>
        <pc:spChg chg="add">
          <ac:chgData name="Nicole Segura Salas" userId="7d3eaf8c3904e2bb" providerId="LiveId" clId="{43EC03FE-C36A-4A48-9A76-C934FC47D035}" dt="2026-04-16T20:14:24.034" v="206" actId="26606"/>
          <ac:spMkLst>
            <pc:docMk/>
            <pc:sldMk cId="4147439641" sldId="272"/>
            <ac:spMk id="13" creationId="{CB299CAB-C506-454B-90FC-4065728297D3}"/>
          </ac:spMkLst>
        </pc:spChg>
        <pc:spChg chg="add">
          <ac:chgData name="Nicole Segura Salas" userId="7d3eaf8c3904e2bb" providerId="LiveId" clId="{43EC03FE-C36A-4A48-9A76-C934FC47D035}" dt="2026-04-16T20:14:24.034" v="206" actId="26606"/>
          <ac:spMkLst>
            <pc:docMk/>
            <pc:sldMk cId="4147439641" sldId="272"/>
            <ac:spMk id="15" creationId="{C8D99311-F254-40F1-8AB5-EE3E7B9B6872}"/>
          </ac:spMkLst>
        </pc:spChg>
        <pc:spChg chg="add">
          <ac:chgData name="Nicole Segura Salas" userId="7d3eaf8c3904e2bb" providerId="LiveId" clId="{43EC03FE-C36A-4A48-9A76-C934FC47D035}" dt="2026-04-16T20:14:24.034" v="206" actId="26606"/>
          <ac:spMkLst>
            <pc:docMk/>
            <pc:sldMk cId="4147439641" sldId="272"/>
            <ac:spMk id="17" creationId="{7D89E3CB-00ED-4691-9F0F-F23EA3564705}"/>
          </ac:spMkLst>
        </pc:spChg>
      </pc:sldChg>
      <pc:sldChg chg="addSp delSp modSp mod">
        <pc:chgData name="Nicole Segura Salas" userId="7d3eaf8c3904e2bb" providerId="LiveId" clId="{43EC03FE-C36A-4A48-9A76-C934FC47D035}" dt="2026-04-17T08:25:41.964" v="1857" actId="207"/>
        <pc:sldMkLst>
          <pc:docMk/>
          <pc:sldMk cId="3067547360" sldId="273"/>
        </pc:sldMkLst>
        <pc:spChg chg="mod">
          <ac:chgData name="Nicole Segura Salas" userId="7d3eaf8c3904e2bb" providerId="LiveId" clId="{43EC03FE-C36A-4A48-9A76-C934FC47D035}" dt="2026-04-16T20:18:19.563" v="272" actId="1076"/>
          <ac:spMkLst>
            <pc:docMk/>
            <pc:sldMk cId="3067547360" sldId="273"/>
            <ac:spMk id="2" creationId="{74924C87-28E6-6EAA-81D4-BC58E18A53F4}"/>
          </ac:spMkLst>
        </pc:spChg>
        <pc:spChg chg="add mod ord">
          <ac:chgData name="Nicole Segura Salas" userId="7d3eaf8c3904e2bb" providerId="LiveId" clId="{43EC03FE-C36A-4A48-9A76-C934FC47D035}" dt="2026-04-16T20:18:10.030" v="270" actId="14100"/>
          <ac:spMkLst>
            <pc:docMk/>
            <pc:sldMk cId="3067547360" sldId="273"/>
            <ac:spMk id="3" creationId="{E820577E-1D23-308D-98D6-EA265F8B9776}"/>
          </ac:spMkLst>
        </pc:spChg>
        <pc:spChg chg="mod">
          <ac:chgData name="Nicole Segura Salas" userId="7d3eaf8c3904e2bb" providerId="LiveId" clId="{43EC03FE-C36A-4A48-9A76-C934FC47D035}" dt="2026-04-16T21:27:44.843" v="660" actId="1076"/>
          <ac:spMkLst>
            <pc:docMk/>
            <pc:sldMk cId="3067547360" sldId="273"/>
            <ac:spMk id="22" creationId="{CD5199D9-F930-C7A9-95E1-698D20C59553}"/>
          </ac:spMkLst>
        </pc:spChg>
        <pc:picChg chg="add mod">
          <ac:chgData name="Nicole Segura Salas" userId="7d3eaf8c3904e2bb" providerId="LiveId" clId="{43EC03FE-C36A-4A48-9A76-C934FC47D035}" dt="2026-04-17T08:25:41.964" v="1857" actId="207"/>
          <ac:picMkLst>
            <pc:docMk/>
            <pc:sldMk cId="3067547360" sldId="273"/>
            <ac:picMk id="5" creationId="{80F66A58-A59D-72E9-7D81-C68FB3EBA46A}"/>
          </ac:picMkLst>
        </pc:picChg>
        <pc:picChg chg="del">
          <ac:chgData name="Nicole Segura Salas" userId="7d3eaf8c3904e2bb" providerId="LiveId" clId="{43EC03FE-C36A-4A48-9A76-C934FC47D035}" dt="2026-04-16T21:30:55.475" v="661" actId="478"/>
          <ac:picMkLst>
            <pc:docMk/>
            <pc:sldMk cId="3067547360" sldId="273"/>
            <ac:picMk id="21" creationId="{C8FE6F5A-C68F-254B-0515-8FB2E01D3298}"/>
          </ac:picMkLst>
        </pc:picChg>
      </pc:sldChg>
      <pc:sldChg chg="addSp modSp mod">
        <pc:chgData name="Nicole Segura Salas" userId="7d3eaf8c3904e2bb" providerId="LiveId" clId="{43EC03FE-C36A-4A48-9A76-C934FC47D035}" dt="2026-04-16T20:50:02.775" v="570" actId="122"/>
        <pc:sldMkLst>
          <pc:docMk/>
          <pc:sldMk cId="224445573" sldId="276"/>
        </pc:sldMkLst>
        <pc:spChg chg="mod">
          <ac:chgData name="Nicole Segura Salas" userId="7d3eaf8c3904e2bb" providerId="LiveId" clId="{43EC03FE-C36A-4A48-9A76-C934FC47D035}" dt="2026-04-16T20:50:02.775" v="570" actId="122"/>
          <ac:spMkLst>
            <pc:docMk/>
            <pc:sldMk cId="224445573" sldId="276"/>
            <ac:spMk id="2" creationId="{54AAFB4D-0F67-6EFE-C23C-5AC034ACFDBE}"/>
          </ac:spMkLst>
        </pc:spChg>
        <pc:spChg chg="add mod">
          <ac:chgData name="Nicole Segura Salas" userId="7d3eaf8c3904e2bb" providerId="LiveId" clId="{43EC03FE-C36A-4A48-9A76-C934FC47D035}" dt="2026-04-16T20:49:47.292" v="568" actId="403"/>
          <ac:spMkLst>
            <pc:docMk/>
            <pc:sldMk cId="224445573" sldId="276"/>
            <ac:spMk id="3" creationId="{A11C2CDD-8205-3C12-A52F-3624378CDB5A}"/>
          </ac:spMkLst>
        </pc:spChg>
        <pc:spChg chg="add mod">
          <ac:chgData name="Nicole Segura Salas" userId="7d3eaf8c3904e2bb" providerId="LiveId" clId="{43EC03FE-C36A-4A48-9A76-C934FC47D035}" dt="2026-04-16T20:49:56.029" v="569" actId="108"/>
          <ac:spMkLst>
            <pc:docMk/>
            <pc:sldMk cId="224445573" sldId="276"/>
            <ac:spMk id="4" creationId="{732574CA-CA64-6B1E-347C-4A6BA0A902BF}"/>
          </ac:spMkLst>
        </pc:spChg>
        <pc:picChg chg="mod">
          <ac:chgData name="Nicole Segura Salas" userId="7d3eaf8c3904e2bb" providerId="LiveId" clId="{43EC03FE-C36A-4A48-9A76-C934FC47D035}" dt="2026-04-16T20:48:42.112" v="511" actId="1076"/>
          <ac:picMkLst>
            <pc:docMk/>
            <pc:sldMk cId="224445573" sldId="276"/>
            <ac:picMk id="9" creationId="{D11CE925-B1B6-9FFA-A2C0-E872FAA9BC4A}"/>
          </ac:picMkLst>
        </pc:picChg>
        <pc:picChg chg="mod">
          <ac:chgData name="Nicole Segura Salas" userId="7d3eaf8c3904e2bb" providerId="LiveId" clId="{43EC03FE-C36A-4A48-9A76-C934FC47D035}" dt="2026-04-16T20:48:44.575" v="512" actId="1076"/>
          <ac:picMkLst>
            <pc:docMk/>
            <pc:sldMk cId="224445573" sldId="276"/>
            <ac:picMk id="11" creationId="{AD59203C-9336-2D3F-B068-125D3FE07DFC}"/>
          </ac:picMkLst>
        </pc:picChg>
      </pc:sldChg>
      <pc:sldChg chg="addSp modSp mod setBg">
        <pc:chgData name="Nicole Segura Salas" userId="7d3eaf8c3904e2bb" providerId="LiveId" clId="{43EC03FE-C36A-4A48-9A76-C934FC47D035}" dt="2026-04-16T21:27:22.794" v="659" actId="404"/>
        <pc:sldMkLst>
          <pc:docMk/>
          <pc:sldMk cId="3361066486" sldId="277"/>
        </pc:sldMkLst>
        <pc:spChg chg="mod">
          <ac:chgData name="Nicole Segura Salas" userId="7d3eaf8c3904e2bb" providerId="LiveId" clId="{43EC03FE-C36A-4A48-9A76-C934FC47D035}" dt="2026-04-16T21:27:22.794" v="659" actId="404"/>
          <ac:spMkLst>
            <pc:docMk/>
            <pc:sldMk cId="3361066486" sldId="277"/>
            <ac:spMk id="4" creationId="{3D02ECE9-E81A-F0F4-CBF8-B4C3E7034AC6}"/>
          </ac:spMkLst>
        </pc:spChg>
        <pc:spChg chg="mod">
          <ac:chgData name="Nicole Segura Salas" userId="7d3eaf8c3904e2bb" providerId="LiveId" clId="{43EC03FE-C36A-4A48-9A76-C934FC47D035}" dt="2026-04-16T20:15:55.048" v="258" actId="26606"/>
          <ac:spMkLst>
            <pc:docMk/>
            <pc:sldMk cId="3361066486" sldId="277"/>
            <ac:spMk id="5" creationId="{58C609D9-610B-82AA-91C4-374D660B8A3D}"/>
          </ac:spMkLst>
        </pc:spChg>
        <pc:spChg chg="add">
          <ac:chgData name="Nicole Segura Salas" userId="7d3eaf8c3904e2bb" providerId="LiveId" clId="{43EC03FE-C36A-4A48-9A76-C934FC47D035}" dt="2026-04-16T20:15:55.048" v="258" actId="26606"/>
          <ac:spMkLst>
            <pc:docMk/>
            <pc:sldMk cId="3361066486" sldId="277"/>
            <ac:spMk id="10" creationId="{C27D7A02-907B-496F-BA7E-AA3780733CA7}"/>
          </ac:spMkLst>
        </pc:spChg>
        <pc:spChg chg="add">
          <ac:chgData name="Nicole Segura Salas" userId="7d3eaf8c3904e2bb" providerId="LiveId" clId="{43EC03FE-C36A-4A48-9A76-C934FC47D035}" dt="2026-04-16T20:15:55.048" v="258" actId="26606"/>
          <ac:spMkLst>
            <pc:docMk/>
            <pc:sldMk cId="3361066486" sldId="277"/>
            <ac:spMk id="12" creationId="{0FBA5268-0AE7-4CAD-9537-D0EB09E76406}"/>
          </ac:spMkLst>
        </pc:spChg>
        <pc:spChg chg="add">
          <ac:chgData name="Nicole Segura Salas" userId="7d3eaf8c3904e2bb" providerId="LiveId" clId="{43EC03FE-C36A-4A48-9A76-C934FC47D035}" dt="2026-04-16T20:15:55.048" v="258" actId="26606"/>
          <ac:spMkLst>
            <pc:docMk/>
            <pc:sldMk cId="3361066486" sldId="277"/>
            <ac:spMk id="14" creationId="{088D065B-39DA-4077-B9CF-E489CE4C0169}"/>
          </ac:spMkLst>
        </pc:spChg>
      </pc:sldChg>
      <pc:sldChg chg="addSp delSp modSp mod">
        <pc:chgData name="Nicole Segura Salas" userId="7d3eaf8c3904e2bb" providerId="LiveId" clId="{43EC03FE-C36A-4A48-9A76-C934FC47D035}" dt="2026-04-17T07:54:40.968" v="1798" actId="20577"/>
        <pc:sldMkLst>
          <pc:docMk/>
          <pc:sldMk cId="1659236462" sldId="278"/>
        </pc:sldMkLst>
        <pc:spChg chg="mod">
          <ac:chgData name="Nicole Segura Salas" userId="7d3eaf8c3904e2bb" providerId="LiveId" clId="{43EC03FE-C36A-4A48-9A76-C934FC47D035}" dt="2026-04-17T07:19:45.876" v="1341" actId="26606"/>
          <ac:spMkLst>
            <pc:docMk/>
            <pc:sldMk cId="1659236462" sldId="278"/>
            <ac:spMk id="2" creationId="{B13CC755-8B6C-AACD-34DA-9441402DDA17}"/>
          </ac:spMkLst>
        </pc:spChg>
        <pc:spChg chg="mod">
          <ac:chgData name="Nicole Segura Salas" userId="7d3eaf8c3904e2bb" providerId="LiveId" clId="{43EC03FE-C36A-4A48-9A76-C934FC47D035}" dt="2026-04-17T07:54:40.968" v="1798" actId="20577"/>
          <ac:spMkLst>
            <pc:docMk/>
            <pc:sldMk cId="1659236462" sldId="278"/>
            <ac:spMk id="13" creationId="{51C11275-D877-4C0F-DDD2-DCF77676EC34}"/>
          </ac:spMkLst>
        </pc:spChg>
        <pc:spChg chg="add">
          <ac:chgData name="Nicole Segura Salas" userId="7d3eaf8c3904e2bb" providerId="LiveId" clId="{43EC03FE-C36A-4A48-9A76-C934FC47D035}" dt="2026-04-17T07:19:45.876" v="1341" actId="26606"/>
          <ac:spMkLst>
            <pc:docMk/>
            <pc:sldMk cId="1659236462" sldId="278"/>
            <ac:spMk id="18" creationId="{CB299CAB-C506-454B-90FC-4065728297D3}"/>
          </ac:spMkLst>
        </pc:spChg>
        <pc:spChg chg="add">
          <ac:chgData name="Nicole Segura Salas" userId="7d3eaf8c3904e2bb" providerId="LiveId" clId="{43EC03FE-C36A-4A48-9A76-C934FC47D035}" dt="2026-04-17T07:19:45.876" v="1341" actId="26606"/>
          <ac:spMkLst>
            <pc:docMk/>
            <pc:sldMk cId="1659236462" sldId="278"/>
            <ac:spMk id="20" creationId="{C8D99311-F254-40F1-8AB5-EE3E7B9B6872}"/>
          </ac:spMkLst>
        </pc:spChg>
        <pc:spChg chg="add">
          <ac:chgData name="Nicole Segura Salas" userId="7d3eaf8c3904e2bb" providerId="LiveId" clId="{43EC03FE-C36A-4A48-9A76-C934FC47D035}" dt="2026-04-17T07:19:45.876" v="1341" actId="26606"/>
          <ac:spMkLst>
            <pc:docMk/>
            <pc:sldMk cId="1659236462" sldId="278"/>
            <ac:spMk id="22" creationId="{7D89E3CB-00ED-4691-9F0F-F23EA3564705}"/>
          </ac:spMkLst>
        </pc:spChg>
        <pc:picChg chg="del">
          <ac:chgData name="Nicole Segura Salas" userId="7d3eaf8c3904e2bb" providerId="LiveId" clId="{43EC03FE-C36A-4A48-9A76-C934FC47D035}" dt="2026-04-16T20:44:26.993" v="343" actId="21"/>
          <ac:picMkLst>
            <pc:docMk/>
            <pc:sldMk cId="1659236462" sldId="278"/>
            <ac:picMk id="7" creationId="{1A7A45FD-5BB7-AB7A-6D88-630B1C9F111A}"/>
          </ac:picMkLst>
        </pc:picChg>
      </pc:sldChg>
      <pc:sldChg chg="addSp delSp modSp mod modNotesTx">
        <pc:chgData name="Nicole Segura Salas" userId="7d3eaf8c3904e2bb" providerId="LiveId" clId="{43EC03FE-C36A-4A48-9A76-C934FC47D035}" dt="2026-04-17T10:55:28.189" v="2828" actId="20577"/>
        <pc:sldMkLst>
          <pc:docMk/>
          <pc:sldMk cId="1314417930" sldId="281"/>
        </pc:sldMkLst>
        <pc:spChg chg="mod">
          <ac:chgData name="Nicole Segura Salas" userId="7d3eaf8c3904e2bb" providerId="LiveId" clId="{43EC03FE-C36A-4A48-9A76-C934FC47D035}" dt="2026-04-16T20:17:41.175" v="265" actId="26606"/>
          <ac:spMkLst>
            <pc:docMk/>
            <pc:sldMk cId="1314417930" sldId="281"/>
            <ac:spMk id="2" creationId="{D3F074D7-AC6C-66B5-C3E5-524A155D59C3}"/>
          </ac:spMkLst>
        </pc:spChg>
        <pc:spChg chg="add mod">
          <ac:chgData name="Nicole Segura Salas" userId="7d3eaf8c3904e2bb" providerId="LiveId" clId="{43EC03FE-C36A-4A48-9A76-C934FC47D035}" dt="2026-04-17T10:55:28.189" v="2828" actId="20577"/>
          <ac:spMkLst>
            <pc:docMk/>
            <pc:sldMk cId="1314417930" sldId="281"/>
            <ac:spMk id="3" creationId="{7FAA6D7A-EF3D-8AC4-C8D6-E3B9B31B1C85}"/>
          </ac:spMkLst>
        </pc:spChg>
        <pc:spChg chg="del">
          <ac:chgData name="Nicole Segura Salas" userId="7d3eaf8c3904e2bb" providerId="LiveId" clId="{43EC03FE-C36A-4A48-9A76-C934FC47D035}" dt="2026-04-16T20:17:27.885" v="262" actId="478"/>
          <ac:spMkLst>
            <pc:docMk/>
            <pc:sldMk cId="1314417930" sldId="281"/>
            <ac:spMk id="15" creationId="{C40C3261-C270-568B-9347-99E86967223F}"/>
          </ac:spMkLst>
        </pc:spChg>
        <pc:spChg chg="add del">
          <ac:chgData name="Nicole Segura Salas" userId="7d3eaf8c3904e2bb" providerId="LiveId" clId="{43EC03FE-C36A-4A48-9A76-C934FC47D035}" dt="2026-04-16T20:17:41.171" v="264" actId="26606"/>
          <ac:spMkLst>
            <pc:docMk/>
            <pc:sldMk cId="1314417930" sldId="281"/>
            <ac:spMk id="16" creationId="{C4879EFC-8E62-4E00-973C-C45EE9EC676D}"/>
          </ac:spMkLst>
        </pc:spChg>
        <pc:spChg chg="add del">
          <ac:chgData name="Nicole Segura Salas" userId="7d3eaf8c3904e2bb" providerId="LiveId" clId="{43EC03FE-C36A-4A48-9A76-C934FC47D035}" dt="2026-04-16T20:17:41.171" v="264" actId="26606"/>
          <ac:spMkLst>
            <pc:docMk/>
            <pc:sldMk cId="1314417930" sldId="281"/>
            <ac:spMk id="18" creationId="{D6A9C53F-5F90-40A5-8C85-5412D39C8C68}"/>
          </ac:spMkLst>
        </pc:spChg>
        <pc:spChg chg="add">
          <ac:chgData name="Nicole Segura Salas" userId="7d3eaf8c3904e2bb" providerId="LiveId" clId="{43EC03FE-C36A-4A48-9A76-C934FC47D035}" dt="2026-04-16T20:17:41.175" v="265" actId="26606"/>
          <ac:spMkLst>
            <pc:docMk/>
            <pc:sldMk cId="1314417930" sldId="281"/>
            <ac:spMk id="20" creationId="{99ED5833-B85B-4103-8A3B-CAB0308E6C15}"/>
          </ac:spMkLst>
        </pc:spChg>
        <pc:picChg chg="add mod">
          <ac:chgData name="Nicole Segura Salas" userId="7d3eaf8c3904e2bb" providerId="LiveId" clId="{43EC03FE-C36A-4A48-9A76-C934FC47D035}" dt="2026-04-17T08:36:03.887" v="2414"/>
          <ac:picMkLst>
            <pc:docMk/>
            <pc:sldMk cId="1314417930" sldId="281"/>
            <ac:picMk id="4" creationId="{A208851B-0B79-7E5C-60C2-E24E305B2100}"/>
          </ac:picMkLst>
        </pc:picChg>
        <pc:picChg chg="add del mod">
          <ac:chgData name="Nicole Segura Salas" userId="7d3eaf8c3904e2bb" providerId="LiveId" clId="{43EC03FE-C36A-4A48-9A76-C934FC47D035}" dt="2026-04-16T21:26:48.140" v="639" actId="478"/>
          <ac:picMkLst>
            <pc:docMk/>
            <pc:sldMk cId="1314417930" sldId="281"/>
            <ac:picMk id="4" creationId="{D5E37038-11CE-6A8D-0CE8-DE084D59331B}"/>
          </ac:picMkLst>
        </pc:picChg>
        <pc:picChg chg="add mod">
          <ac:chgData name="Nicole Segura Salas" userId="7d3eaf8c3904e2bb" providerId="LiveId" clId="{43EC03FE-C36A-4A48-9A76-C934FC47D035}" dt="2026-04-16T21:27:06.935" v="649" actId="1076"/>
          <ac:picMkLst>
            <pc:docMk/>
            <pc:sldMk cId="1314417930" sldId="281"/>
            <ac:picMk id="6" creationId="{08249063-2360-7032-E0A2-56C2EBCB5390}"/>
          </ac:picMkLst>
        </pc:picChg>
        <pc:picChg chg="del mod">
          <ac:chgData name="Nicole Segura Salas" userId="7d3eaf8c3904e2bb" providerId="LiveId" clId="{43EC03FE-C36A-4A48-9A76-C934FC47D035}" dt="2026-04-16T21:26:47.684" v="638" actId="478"/>
          <ac:picMkLst>
            <pc:docMk/>
            <pc:sldMk cId="1314417930" sldId="281"/>
            <ac:picMk id="7" creationId="{FEFDE382-9A81-12D3-3B0F-7F1DB349E6A3}"/>
          </ac:picMkLst>
        </pc:picChg>
        <pc:picChg chg="add mod">
          <ac:chgData name="Nicole Segura Salas" userId="7d3eaf8c3904e2bb" providerId="LiveId" clId="{43EC03FE-C36A-4A48-9A76-C934FC47D035}" dt="2026-04-16T21:27:03.835" v="648" actId="1076"/>
          <ac:picMkLst>
            <pc:docMk/>
            <pc:sldMk cId="1314417930" sldId="281"/>
            <ac:picMk id="9" creationId="{0C940001-23D3-6D4A-F35D-66DBB9A0147A}"/>
          </ac:picMkLst>
        </pc:picChg>
        <pc:picChg chg="del mod">
          <ac:chgData name="Nicole Segura Salas" userId="7d3eaf8c3904e2bb" providerId="LiveId" clId="{43EC03FE-C36A-4A48-9A76-C934FC47D035}" dt="2026-04-16T21:04:31.816" v="595" actId="478"/>
          <ac:picMkLst>
            <pc:docMk/>
            <pc:sldMk cId="1314417930" sldId="281"/>
            <ac:picMk id="11" creationId="{B8772E43-3D96-E5A5-5414-286B5493F014}"/>
          </ac:picMkLst>
        </pc:picChg>
      </pc:sldChg>
      <pc:sldChg chg="addSp delSp modSp mod setBg delDesignElem chgLayout modNotesTx">
        <pc:chgData name="Nicole Segura Salas" userId="7d3eaf8c3904e2bb" providerId="LiveId" clId="{43EC03FE-C36A-4A48-9A76-C934FC47D035}" dt="2026-04-17T09:26:31.340" v="2688" actId="20577"/>
        <pc:sldMkLst>
          <pc:docMk/>
          <pc:sldMk cId="1765689879" sldId="285"/>
        </pc:sldMkLst>
        <pc:spChg chg="mod ord">
          <ac:chgData name="Nicole Segura Salas" userId="7d3eaf8c3904e2bb" providerId="LiveId" clId="{43EC03FE-C36A-4A48-9A76-C934FC47D035}" dt="2026-04-17T08:00:42.432" v="1833" actId="20577"/>
          <ac:spMkLst>
            <pc:docMk/>
            <pc:sldMk cId="1765689879" sldId="285"/>
            <ac:spMk id="2" creationId="{26B922C4-369E-566C-46D4-7BDA23FEE6C1}"/>
          </ac:spMkLst>
        </pc:spChg>
        <pc:spChg chg="add del">
          <ac:chgData name="Nicole Segura Salas" userId="7d3eaf8c3904e2bb" providerId="LiveId" clId="{43EC03FE-C36A-4A48-9A76-C934FC47D035}" dt="2026-04-16T20:19:11.002" v="276" actId="478"/>
          <ac:spMkLst>
            <pc:docMk/>
            <pc:sldMk cId="1765689879" sldId="285"/>
            <ac:spMk id="3" creationId="{F2A8C5FA-1E5A-598C-514D-0511CCE045E3}"/>
          </ac:spMkLst>
        </pc:spChg>
        <pc:spChg chg="add del mod">
          <ac:chgData name="Nicole Segura Salas" userId="7d3eaf8c3904e2bb" providerId="LiveId" clId="{43EC03FE-C36A-4A48-9A76-C934FC47D035}" dt="2026-04-16T20:22:46.970" v="340" actId="478"/>
          <ac:spMkLst>
            <pc:docMk/>
            <pc:sldMk cId="1765689879" sldId="285"/>
            <ac:spMk id="4" creationId="{DD891A5A-95FB-3086-0904-5545060C477E}"/>
          </ac:spMkLst>
        </pc:spChg>
        <pc:spChg chg="add del mod">
          <ac:chgData name="Nicole Segura Salas" userId="7d3eaf8c3904e2bb" providerId="LiveId" clId="{43EC03FE-C36A-4A48-9A76-C934FC47D035}" dt="2026-04-16T20:22:35.575" v="335" actId="478"/>
          <ac:spMkLst>
            <pc:docMk/>
            <pc:sldMk cId="1765689879" sldId="285"/>
            <ac:spMk id="5" creationId="{C286153D-DB9C-10D1-0E10-07AA463DAF16}"/>
          </ac:spMkLst>
        </pc:spChg>
        <pc:spChg chg="add del mod">
          <ac:chgData name="Nicole Segura Salas" userId="7d3eaf8c3904e2bb" providerId="LiveId" clId="{43EC03FE-C36A-4A48-9A76-C934FC47D035}" dt="2026-04-16T20:22:41.857" v="338" actId="478"/>
          <ac:spMkLst>
            <pc:docMk/>
            <pc:sldMk cId="1765689879" sldId="285"/>
            <ac:spMk id="6" creationId="{CB807DA9-54AA-5C71-732B-907FB8065FA9}"/>
          </ac:spMkLst>
        </pc:spChg>
        <pc:spChg chg="add del mod">
          <ac:chgData name="Nicole Segura Salas" userId="7d3eaf8c3904e2bb" providerId="LiveId" clId="{43EC03FE-C36A-4A48-9A76-C934FC47D035}" dt="2026-04-16T20:22:36.838" v="336" actId="478"/>
          <ac:spMkLst>
            <pc:docMk/>
            <pc:sldMk cId="1765689879" sldId="285"/>
            <ac:spMk id="7" creationId="{0CC4D27B-36B2-1019-B6A4-AA9E333C93DB}"/>
          </ac:spMkLst>
        </pc:spChg>
        <pc:spChg chg="add del mod">
          <ac:chgData name="Nicole Segura Salas" userId="7d3eaf8c3904e2bb" providerId="LiveId" clId="{43EC03FE-C36A-4A48-9A76-C934FC47D035}" dt="2026-04-16T20:22:34.208" v="334" actId="478"/>
          <ac:spMkLst>
            <pc:docMk/>
            <pc:sldMk cId="1765689879" sldId="285"/>
            <ac:spMk id="8" creationId="{B74134B5-A21C-C40C-2DFE-F038A59A7018}"/>
          </ac:spMkLst>
        </pc:spChg>
        <pc:spChg chg="add del mod">
          <ac:chgData name="Nicole Segura Salas" userId="7d3eaf8c3904e2bb" providerId="LiveId" clId="{43EC03FE-C36A-4A48-9A76-C934FC47D035}" dt="2026-04-16T20:22:39.797" v="337" actId="478"/>
          <ac:spMkLst>
            <pc:docMk/>
            <pc:sldMk cId="1765689879" sldId="285"/>
            <ac:spMk id="9" creationId="{58C8E175-2B3D-8891-0321-406705C2914D}"/>
          </ac:spMkLst>
        </pc:spChg>
        <pc:spChg chg="add del mod">
          <ac:chgData name="Nicole Segura Salas" userId="7d3eaf8c3904e2bb" providerId="LiveId" clId="{43EC03FE-C36A-4A48-9A76-C934FC47D035}" dt="2026-04-16T20:22:44.473" v="339" actId="478"/>
          <ac:spMkLst>
            <pc:docMk/>
            <pc:sldMk cId="1765689879" sldId="285"/>
            <ac:spMk id="10" creationId="{797FD69C-A994-BEEB-16B4-2351F8CA1923}"/>
          </ac:spMkLst>
        </pc:spChg>
        <pc:spChg chg="add del mod">
          <ac:chgData name="Nicole Segura Salas" userId="7d3eaf8c3904e2bb" providerId="LiveId" clId="{43EC03FE-C36A-4A48-9A76-C934FC47D035}" dt="2026-04-16T20:22:32.658" v="333" actId="478"/>
          <ac:spMkLst>
            <pc:docMk/>
            <pc:sldMk cId="1765689879" sldId="285"/>
            <ac:spMk id="11" creationId="{68DE90F9-2285-3C03-A396-BA794B25B05F}"/>
          </ac:spMkLst>
        </pc:spChg>
        <pc:spChg chg="add del mod">
          <ac:chgData name="Nicole Segura Salas" userId="7d3eaf8c3904e2bb" providerId="LiveId" clId="{43EC03FE-C36A-4A48-9A76-C934FC47D035}" dt="2026-04-16T21:45:00.708" v="881"/>
          <ac:spMkLst>
            <pc:docMk/>
            <pc:sldMk cId="1765689879" sldId="285"/>
            <ac:spMk id="14" creationId="{C04605D4-4C9F-5844-CA89-C5749101EE66}"/>
          </ac:spMkLst>
        </pc:spChg>
        <pc:spChg chg="add del mod">
          <ac:chgData name="Nicole Segura Salas" userId="7d3eaf8c3904e2bb" providerId="LiveId" clId="{43EC03FE-C36A-4A48-9A76-C934FC47D035}" dt="2026-04-16T21:45:27.430" v="886" actId="26606"/>
          <ac:spMkLst>
            <pc:docMk/>
            <pc:sldMk cId="1765689879" sldId="285"/>
            <ac:spMk id="18" creationId="{36979389-5169-92D3-0AD5-77E341498604}"/>
          </ac:spMkLst>
        </pc:spChg>
        <pc:spChg chg="del mod">
          <ac:chgData name="Nicole Segura Salas" userId="7d3eaf8c3904e2bb" providerId="LiveId" clId="{43EC03FE-C36A-4A48-9A76-C934FC47D035}" dt="2026-04-16T21:45:27.430" v="886" actId="26606"/>
          <ac:spMkLst>
            <pc:docMk/>
            <pc:sldMk cId="1765689879" sldId="285"/>
            <ac:spMk id="20" creationId="{BA0035B3-6111-C041-DB47-FE107D54E37B}"/>
          </ac:spMkLst>
        </pc:spChg>
        <pc:spChg chg="add del mod ord">
          <ac:chgData name="Nicole Segura Salas" userId="7d3eaf8c3904e2bb" providerId="LiveId" clId="{43EC03FE-C36A-4A48-9A76-C934FC47D035}" dt="2026-04-16T21:45:54.166" v="893" actId="478"/>
          <ac:spMkLst>
            <pc:docMk/>
            <pc:sldMk cId="1765689879" sldId="285"/>
            <ac:spMk id="21" creationId="{911DDB32-700D-892A-5676-EA11B156F80B}"/>
          </ac:spMkLst>
        </pc:spChg>
        <pc:spChg chg="add mod">
          <ac:chgData name="Nicole Segura Salas" userId="7d3eaf8c3904e2bb" providerId="LiveId" clId="{43EC03FE-C36A-4A48-9A76-C934FC47D035}" dt="2026-04-17T09:26:31.340" v="2688" actId="20577"/>
          <ac:spMkLst>
            <pc:docMk/>
            <pc:sldMk cId="1765689879" sldId="285"/>
            <ac:spMk id="24" creationId="{8080C7B1-E990-AA27-42FA-11E3C61F966C}"/>
          </ac:spMkLst>
        </pc:spChg>
        <pc:spChg chg="add del">
          <ac:chgData name="Nicole Segura Salas" userId="7d3eaf8c3904e2bb" providerId="LiveId" clId="{43EC03FE-C36A-4A48-9A76-C934FC47D035}" dt="2026-04-16T21:41:49.450" v="879" actId="26606"/>
          <ac:spMkLst>
            <pc:docMk/>
            <pc:sldMk cId="1765689879" sldId="285"/>
            <ac:spMk id="25" creationId="{A8908DB7-C3A6-4FCB-9820-CEE02B398C4A}"/>
          </ac:spMkLst>
        </pc:spChg>
        <pc:spChg chg="add del">
          <ac:chgData name="Nicole Segura Salas" userId="7d3eaf8c3904e2bb" providerId="LiveId" clId="{43EC03FE-C36A-4A48-9A76-C934FC47D035}" dt="2026-04-16T21:45:51.041" v="891" actId="700"/>
          <ac:spMkLst>
            <pc:docMk/>
            <pc:sldMk cId="1765689879" sldId="285"/>
            <ac:spMk id="26" creationId="{2E442304-DDBD-4F7B-8017-36BCC863FB40}"/>
          </ac:spMkLst>
        </pc:spChg>
        <pc:spChg chg="add del">
          <ac:chgData name="Nicole Segura Salas" userId="7d3eaf8c3904e2bb" providerId="LiveId" clId="{43EC03FE-C36A-4A48-9A76-C934FC47D035}" dt="2026-04-16T21:41:49.450" v="879" actId="26606"/>
          <ac:spMkLst>
            <pc:docMk/>
            <pc:sldMk cId="1765689879" sldId="285"/>
            <ac:spMk id="27" creationId="{535742DD-1B16-4E9D-B715-0D74B4574A68}"/>
          </ac:spMkLst>
        </pc:spChg>
        <pc:spChg chg="add del">
          <ac:chgData name="Nicole Segura Salas" userId="7d3eaf8c3904e2bb" providerId="LiveId" clId="{43EC03FE-C36A-4A48-9A76-C934FC47D035}" dt="2026-04-16T21:45:51.041" v="891" actId="700"/>
          <ac:spMkLst>
            <pc:docMk/>
            <pc:sldMk cId="1765689879" sldId="285"/>
            <ac:spMk id="28" creationId="{5E107275-3853-46FD-A241-DE4355A42675}"/>
          </ac:spMkLst>
        </pc:spChg>
        <pc:graphicFrameChg chg="add mod">
          <ac:chgData name="Nicole Segura Salas" userId="7d3eaf8c3904e2bb" providerId="LiveId" clId="{43EC03FE-C36A-4A48-9A76-C934FC47D035}" dt="2026-04-16T21:57:30.307" v="937" actId="20577"/>
          <ac:graphicFrameMkLst>
            <pc:docMk/>
            <pc:sldMk cId="1765689879" sldId="285"/>
            <ac:graphicFrameMk id="22" creationId="{D75CF624-13BA-29CF-240C-C8B3666E2DCF}"/>
          </ac:graphicFrameMkLst>
        </pc:graphicFrameChg>
        <pc:picChg chg="add mod">
          <ac:chgData name="Nicole Segura Salas" userId="7d3eaf8c3904e2bb" providerId="LiveId" clId="{43EC03FE-C36A-4A48-9A76-C934FC47D035}" dt="2026-04-16T20:44:28.625" v="344"/>
          <ac:picMkLst>
            <pc:docMk/>
            <pc:sldMk cId="1765689879" sldId="285"/>
            <ac:picMk id="12" creationId="{1A7A45FD-5BB7-AB7A-6D88-630B1C9F111A}"/>
          </ac:picMkLst>
        </pc:picChg>
        <pc:picChg chg="add del mod">
          <ac:chgData name="Nicole Segura Salas" userId="7d3eaf8c3904e2bb" providerId="LiveId" clId="{43EC03FE-C36A-4A48-9A76-C934FC47D035}" dt="2026-04-16T21:45:10.243" v="885" actId="21"/>
          <ac:picMkLst>
            <pc:docMk/>
            <pc:sldMk cId="1765689879" sldId="285"/>
            <ac:picMk id="16" creationId="{11101475-6F63-8225-4B7C-693309959D49}"/>
          </ac:picMkLst>
        </pc:picChg>
        <pc:picChg chg="del mod">
          <ac:chgData name="Nicole Segura Salas" userId="7d3eaf8c3904e2bb" providerId="LiveId" clId="{43EC03FE-C36A-4A48-9A76-C934FC47D035}" dt="2026-04-16T21:44:53.480" v="880" actId="478"/>
          <ac:picMkLst>
            <pc:docMk/>
            <pc:sldMk cId="1765689879" sldId="285"/>
            <ac:picMk id="19" creationId="{D294B1A7-5067-DAC9-5AF2-23656668765E}"/>
          </ac:picMkLst>
        </pc:picChg>
        <pc:picChg chg="add mod">
          <ac:chgData name="Nicole Segura Salas" userId="7d3eaf8c3904e2bb" providerId="LiveId" clId="{43EC03FE-C36A-4A48-9A76-C934FC47D035}" dt="2026-04-16T21:57:43.138" v="939" actId="1076"/>
          <ac:picMkLst>
            <pc:docMk/>
            <pc:sldMk cId="1765689879" sldId="285"/>
            <ac:picMk id="23" creationId="{11101475-6F63-8225-4B7C-693309959D49}"/>
          </ac:picMkLst>
        </pc:picChg>
      </pc:sldChg>
      <pc:sldChg chg="modSp mod ord modShow">
        <pc:chgData name="Nicole Segura Salas" userId="7d3eaf8c3904e2bb" providerId="LiveId" clId="{43EC03FE-C36A-4A48-9A76-C934FC47D035}" dt="2026-04-16T21:58:25.172" v="948" actId="729"/>
        <pc:sldMkLst>
          <pc:docMk/>
          <pc:sldMk cId="2027761122" sldId="286"/>
        </pc:sldMkLst>
        <pc:spChg chg="mod">
          <ac:chgData name="Nicole Segura Salas" userId="7d3eaf8c3904e2bb" providerId="LiveId" clId="{43EC03FE-C36A-4A48-9A76-C934FC47D035}" dt="2026-04-16T20:18:53.864" v="274" actId="1076"/>
          <ac:spMkLst>
            <pc:docMk/>
            <pc:sldMk cId="2027761122" sldId="286"/>
            <ac:spMk id="8" creationId="{FB66F60D-14ED-CCB2-E493-712F0CAB253B}"/>
          </ac:spMkLst>
        </pc:spChg>
        <pc:spChg chg="mod">
          <ac:chgData name="Nicole Segura Salas" userId="7d3eaf8c3904e2bb" providerId="LiveId" clId="{43EC03FE-C36A-4A48-9A76-C934FC47D035}" dt="2026-04-16T20:18:53.864" v="274" actId="1076"/>
          <ac:spMkLst>
            <pc:docMk/>
            <pc:sldMk cId="2027761122" sldId="286"/>
            <ac:spMk id="9" creationId="{DF728627-53B6-413C-9616-442DCF5F88BC}"/>
          </ac:spMkLst>
        </pc:spChg>
        <pc:spChg chg="mod">
          <ac:chgData name="Nicole Segura Salas" userId="7d3eaf8c3904e2bb" providerId="LiveId" clId="{43EC03FE-C36A-4A48-9A76-C934FC47D035}" dt="2026-04-16T20:18:53.864" v="274" actId="1076"/>
          <ac:spMkLst>
            <pc:docMk/>
            <pc:sldMk cId="2027761122" sldId="286"/>
            <ac:spMk id="10" creationId="{BAE70A48-C6A2-4E40-62D2-BFA62D5647AB}"/>
          </ac:spMkLst>
        </pc:spChg>
        <pc:spChg chg="mod">
          <ac:chgData name="Nicole Segura Salas" userId="7d3eaf8c3904e2bb" providerId="LiveId" clId="{43EC03FE-C36A-4A48-9A76-C934FC47D035}" dt="2026-04-16T20:18:53.864" v="274" actId="1076"/>
          <ac:spMkLst>
            <pc:docMk/>
            <pc:sldMk cId="2027761122" sldId="286"/>
            <ac:spMk id="11" creationId="{8B45F4E2-B302-E440-D3C5-74994E1FCD84}"/>
          </ac:spMkLst>
        </pc:spChg>
      </pc:sldChg>
      <pc:sldChg chg="addSp modSp mod">
        <pc:chgData name="Nicole Segura Salas" userId="7d3eaf8c3904e2bb" providerId="LiveId" clId="{43EC03FE-C36A-4A48-9A76-C934FC47D035}" dt="2026-04-17T08:00:25.570" v="1803" actId="2085"/>
        <pc:sldMkLst>
          <pc:docMk/>
          <pc:sldMk cId="2318661731" sldId="287"/>
        </pc:sldMkLst>
        <pc:spChg chg="add mod ord">
          <ac:chgData name="Nicole Segura Salas" userId="7d3eaf8c3904e2bb" providerId="LiveId" clId="{43EC03FE-C36A-4A48-9A76-C934FC47D035}" dt="2026-04-17T08:00:25.570" v="1803" actId="2085"/>
          <ac:spMkLst>
            <pc:docMk/>
            <pc:sldMk cId="2318661731" sldId="287"/>
            <ac:spMk id="2" creationId="{F5D11B35-781B-EEBF-B98B-44DB5CE072D6}"/>
          </ac:spMkLst>
        </pc:spChg>
      </pc:sldChg>
      <pc:sldChg chg="addSp delSp modSp new mod ord modClrScheme modShow chgLayout">
        <pc:chgData name="Nicole Segura Salas" userId="7d3eaf8c3904e2bb" providerId="LiveId" clId="{43EC03FE-C36A-4A48-9A76-C934FC47D035}" dt="2026-04-17T07:20:47.846" v="1453" actId="1036"/>
        <pc:sldMkLst>
          <pc:docMk/>
          <pc:sldMk cId="3376966702" sldId="288"/>
        </pc:sldMkLst>
        <pc:spChg chg="del">
          <ac:chgData name="Nicole Segura Salas" userId="7d3eaf8c3904e2bb" providerId="LiveId" clId="{43EC03FE-C36A-4A48-9A76-C934FC47D035}" dt="2026-04-16T20:44:37.266" v="349" actId="478"/>
          <ac:spMkLst>
            <pc:docMk/>
            <pc:sldMk cId="3376966702" sldId="288"/>
            <ac:spMk id="2" creationId="{835E3549-A3CE-9280-8805-E02300450D91}"/>
          </ac:spMkLst>
        </pc:spChg>
        <pc:spChg chg="del">
          <ac:chgData name="Nicole Segura Salas" userId="7d3eaf8c3904e2bb" providerId="LiveId" clId="{43EC03FE-C36A-4A48-9A76-C934FC47D035}" dt="2026-04-16T20:44:35.724" v="348" actId="478"/>
          <ac:spMkLst>
            <pc:docMk/>
            <pc:sldMk cId="3376966702" sldId="288"/>
            <ac:spMk id="3" creationId="{9F54E716-72F9-69DD-D8AC-F188494D133F}"/>
          </ac:spMkLst>
        </pc:spChg>
        <pc:spChg chg="add mod ord">
          <ac:chgData name="Nicole Segura Salas" userId="7d3eaf8c3904e2bb" providerId="LiveId" clId="{43EC03FE-C36A-4A48-9A76-C934FC47D035}" dt="2026-04-17T07:20:42.679" v="1447" actId="20577"/>
          <ac:spMkLst>
            <pc:docMk/>
            <pc:sldMk cId="3376966702" sldId="288"/>
            <ac:spMk id="5" creationId="{E041D255-C476-B726-B8A3-CB0362205BEC}"/>
          </ac:spMkLst>
        </pc:spChg>
        <pc:spChg chg="add del mod">
          <ac:chgData name="Nicole Segura Salas" userId="7d3eaf8c3904e2bb" providerId="LiveId" clId="{43EC03FE-C36A-4A48-9A76-C934FC47D035}" dt="2026-04-17T07:20:45.047" v="1449"/>
          <ac:spMkLst>
            <pc:docMk/>
            <pc:sldMk cId="3376966702" sldId="288"/>
            <ac:spMk id="6" creationId="{0BD91C9A-83FB-66FC-42C5-CCA07B19B116}"/>
          </ac:spMkLst>
        </pc:spChg>
        <pc:picChg chg="add mod">
          <ac:chgData name="Nicole Segura Salas" userId="7d3eaf8c3904e2bb" providerId="LiveId" clId="{43EC03FE-C36A-4A48-9A76-C934FC47D035}" dt="2026-04-17T07:20:47.846" v="1453" actId="1036"/>
          <ac:picMkLst>
            <pc:docMk/>
            <pc:sldMk cId="3376966702" sldId="288"/>
            <ac:picMk id="4" creationId="{5212A3C0-AEFF-13D8-E87F-A4B87174C220}"/>
          </ac:picMkLst>
        </pc:picChg>
      </pc:sldChg>
      <pc:sldChg chg="new del">
        <pc:chgData name="Nicole Segura Salas" userId="7d3eaf8c3904e2bb" providerId="LiveId" clId="{43EC03FE-C36A-4A48-9A76-C934FC47D035}" dt="2026-04-17T07:22:17.022" v="1455" actId="47"/>
        <pc:sldMkLst>
          <pc:docMk/>
          <pc:sldMk cId="2332046663" sldId="289"/>
        </pc:sldMkLst>
      </pc:sldChg>
    </pc:docChg>
  </pc:docChgLst>
</pc:chgInfo>
</file>

<file path=ppt/comments/modernComment_10D_5C0547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5D15B2-1E64-44FD-A8C2-59106E564CA9}" authorId="{35B65E9E-2688-5F1B-C1A3-EC6B64B9B520}" created="2026-04-16T19:55:15.621">
    <pc:sldMkLst xmlns:pc="http://schemas.microsoft.com/office/powerpoint/2013/main/command">
      <pc:docMk/>
      <pc:sldMk cId="1543849864" sldId="269"/>
    </pc:sldMkLst>
    <p188:txBody>
      <a:bodyPr/>
      <a:lstStyle/>
      <a:p>
        <a:r>
          <a:rPr lang="en-US"/>
          <a:t>Improve the aspect of the graph and match in style.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70CDCF-C8F1-452F-B407-BF4971B689AC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BA3A84-5D97-4AAF-9689-2F38B4851C28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s-CR" sz="1400" dirty="0" err="1">
              <a:solidFill>
                <a:schemeClr val="tx1"/>
              </a:solidFill>
            </a:rPr>
            <a:t>Demographic</a:t>
          </a:r>
          <a:endParaRPr lang="en-US" sz="1400" dirty="0">
            <a:solidFill>
              <a:schemeClr val="tx1"/>
            </a:solidFill>
          </a:endParaRPr>
        </a:p>
      </dgm:t>
    </dgm:pt>
    <dgm:pt modelId="{1E6BC1E5-CEB8-4A33-A0C7-3A537224FB97}" type="parTrans" cxnId="{6E5B997A-AEC4-4C57-89BE-9CCD07F2662B}">
      <dgm:prSet/>
      <dgm:spPr/>
      <dgm:t>
        <a:bodyPr/>
        <a:lstStyle/>
        <a:p>
          <a:endParaRPr lang="en-US" sz="1400"/>
        </a:p>
      </dgm:t>
    </dgm:pt>
    <dgm:pt modelId="{8990DD7C-3350-42B2-879D-CBAA699508B6}" type="sibTrans" cxnId="{6E5B997A-AEC4-4C57-89BE-9CCD07F2662B}">
      <dgm:prSet/>
      <dgm:spPr/>
      <dgm:t>
        <a:bodyPr/>
        <a:lstStyle/>
        <a:p>
          <a:endParaRPr lang="en-US" sz="1400"/>
        </a:p>
      </dgm:t>
    </dgm:pt>
    <dgm:pt modelId="{D6D2210D-F262-4BDB-AD60-1E92B00C5940}">
      <dgm:prSet phldrT="[Texto]" custT="1"/>
      <dgm:spPr/>
      <dgm:t>
        <a:bodyPr/>
        <a:lstStyle/>
        <a:p>
          <a:r>
            <a:rPr lang="es-CR" sz="1400" dirty="0" err="1"/>
            <a:t>age</a:t>
          </a:r>
          <a:endParaRPr lang="en-US" sz="1400" dirty="0"/>
        </a:p>
      </dgm:t>
    </dgm:pt>
    <dgm:pt modelId="{0F730BB3-6C16-46F7-AC76-7AD8E7A84749}" type="parTrans" cxnId="{69CE14BE-BF22-4BC9-AE36-56C72638CCC0}">
      <dgm:prSet/>
      <dgm:spPr/>
      <dgm:t>
        <a:bodyPr/>
        <a:lstStyle/>
        <a:p>
          <a:endParaRPr lang="en-US" sz="1400"/>
        </a:p>
      </dgm:t>
    </dgm:pt>
    <dgm:pt modelId="{C59572D2-815E-4107-A2BF-5F5AFBD933DC}" type="sibTrans" cxnId="{69CE14BE-BF22-4BC9-AE36-56C72638CCC0}">
      <dgm:prSet/>
      <dgm:spPr/>
      <dgm:t>
        <a:bodyPr/>
        <a:lstStyle/>
        <a:p>
          <a:endParaRPr lang="en-US" sz="1400"/>
        </a:p>
      </dgm:t>
    </dgm:pt>
    <dgm:pt modelId="{734A16E9-AF01-4479-9396-84D280DC6EC0}">
      <dgm:prSet phldrT="[Texto]" custT="1"/>
      <dgm:spPr/>
      <dgm:t>
        <a:bodyPr/>
        <a:lstStyle/>
        <a:p>
          <a:r>
            <a:rPr lang="es-CR" sz="1400" dirty="0" err="1"/>
            <a:t>gender</a:t>
          </a:r>
          <a:endParaRPr lang="en-US" sz="1400" dirty="0"/>
        </a:p>
      </dgm:t>
    </dgm:pt>
    <dgm:pt modelId="{6E30761F-A7C8-497B-BC61-4D680CE76770}" type="parTrans" cxnId="{D976DB2A-9B2F-4D0F-A61C-739B9527C4E7}">
      <dgm:prSet/>
      <dgm:spPr/>
      <dgm:t>
        <a:bodyPr/>
        <a:lstStyle/>
        <a:p>
          <a:endParaRPr lang="en-US" sz="1400"/>
        </a:p>
      </dgm:t>
    </dgm:pt>
    <dgm:pt modelId="{202DB84F-87D9-40E7-BC7F-24FEDD94FDA7}" type="sibTrans" cxnId="{D976DB2A-9B2F-4D0F-A61C-739B9527C4E7}">
      <dgm:prSet/>
      <dgm:spPr/>
      <dgm:t>
        <a:bodyPr/>
        <a:lstStyle/>
        <a:p>
          <a:endParaRPr lang="en-US" sz="1400"/>
        </a:p>
      </dgm:t>
    </dgm:pt>
    <dgm:pt modelId="{3ED78895-C5A9-4493-9A9C-C1D1707512D3}">
      <dgm:prSet phldrT="[Texto]" custT="1"/>
      <dgm:spPr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24765" tIns="16510" rIns="24765" bIns="16510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Education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CAFE4F3D-FCE6-4E87-99E8-284403453A9E}" type="parTrans" cxnId="{32BA8F79-9878-449F-A7BD-C2F1D2889E2A}">
      <dgm:prSet/>
      <dgm:spPr/>
      <dgm:t>
        <a:bodyPr/>
        <a:lstStyle/>
        <a:p>
          <a:endParaRPr lang="en-US" sz="1400"/>
        </a:p>
      </dgm:t>
    </dgm:pt>
    <dgm:pt modelId="{45D68106-1054-4D08-853D-63D833AA8706}" type="sibTrans" cxnId="{32BA8F79-9878-449F-A7BD-C2F1D2889E2A}">
      <dgm:prSet/>
      <dgm:spPr/>
      <dgm:t>
        <a:bodyPr/>
        <a:lstStyle/>
        <a:p>
          <a:endParaRPr lang="en-US" sz="1400"/>
        </a:p>
      </dgm:t>
    </dgm:pt>
    <dgm:pt modelId="{601E601A-0D54-430B-BAD1-353785F35607}">
      <dgm:prSet phldrT="[Texto]" custT="1"/>
      <dgm:spPr/>
      <dgm:t>
        <a:bodyPr/>
        <a:lstStyle/>
        <a:p>
          <a:r>
            <a:rPr lang="es-CR" sz="1400" dirty="0" err="1"/>
            <a:t>Education</a:t>
          </a:r>
          <a:r>
            <a:rPr lang="es-CR" sz="1400" dirty="0"/>
            <a:t> </a:t>
          </a:r>
          <a:r>
            <a:rPr lang="es-CR" sz="1400" dirty="0" err="1"/>
            <a:t>level</a:t>
          </a:r>
          <a:endParaRPr lang="en-US" sz="1400" dirty="0"/>
        </a:p>
      </dgm:t>
    </dgm:pt>
    <dgm:pt modelId="{04FE55E9-83FF-4CE6-B4BA-A51F7BCA7576}" type="parTrans" cxnId="{BE32E595-B96A-4605-833E-A60A79D9D705}">
      <dgm:prSet/>
      <dgm:spPr/>
      <dgm:t>
        <a:bodyPr/>
        <a:lstStyle/>
        <a:p>
          <a:endParaRPr lang="en-US" sz="1400"/>
        </a:p>
      </dgm:t>
    </dgm:pt>
    <dgm:pt modelId="{332E661A-1B30-43C6-95DA-1744837086CB}" type="sibTrans" cxnId="{BE32E595-B96A-4605-833E-A60A79D9D705}">
      <dgm:prSet/>
      <dgm:spPr/>
      <dgm:t>
        <a:bodyPr/>
        <a:lstStyle/>
        <a:p>
          <a:endParaRPr lang="en-US" sz="1400"/>
        </a:p>
      </dgm:t>
    </dgm:pt>
    <dgm:pt modelId="{F2661956-0C02-459B-BFE4-385F976BDAF1}">
      <dgm:prSet phldrT="[Texto]" custT="1"/>
      <dgm:spPr/>
      <dgm:t>
        <a:bodyPr/>
        <a:lstStyle/>
        <a:p>
          <a:r>
            <a:rPr lang="es-CR" sz="1400" dirty="0" err="1"/>
            <a:t>Educational-num</a:t>
          </a:r>
          <a:endParaRPr lang="en-US" sz="1400" dirty="0"/>
        </a:p>
      </dgm:t>
    </dgm:pt>
    <dgm:pt modelId="{E8048BD5-7AA1-4D17-B7E0-AB4F3C4BD4CD}" type="parTrans" cxnId="{C519F501-E1C6-42D6-94E3-6BD140EEA267}">
      <dgm:prSet/>
      <dgm:spPr/>
      <dgm:t>
        <a:bodyPr/>
        <a:lstStyle/>
        <a:p>
          <a:endParaRPr lang="en-US" sz="1400"/>
        </a:p>
      </dgm:t>
    </dgm:pt>
    <dgm:pt modelId="{C0179400-23FA-4BCE-8896-4F5A312193BD}" type="sibTrans" cxnId="{C519F501-E1C6-42D6-94E3-6BD140EEA267}">
      <dgm:prSet/>
      <dgm:spPr/>
      <dgm:t>
        <a:bodyPr/>
        <a:lstStyle/>
        <a:p>
          <a:endParaRPr lang="en-US" sz="1400"/>
        </a:p>
      </dgm:t>
    </dgm:pt>
    <dgm:pt modelId="{59542FE3-867E-4557-830C-FD3FE0924131}">
      <dgm:prSet custT="1"/>
      <dgm:spPr/>
      <dgm:t>
        <a:bodyPr/>
        <a:lstStyle/>
        <a:p>
          <a:r>
            <a:rPr lang="es-CR" sz="1400" dirty="0" err="1"/>
            <a:t>race</a:t>
          </a:r>
          <a:endParaRPr lang="en-US" sz="1400" dirty="0"/>
        </a:p>
      </dgm:t>
    </dgm:pt>
    <dgm:pt modelId="{0D37B2A3-6B52-4D17-B5CE-B1B2C1F8887F}" type="parTrans" cxnId="{38818047-D7D4-434E-B500-16FB4BD9C16E}">
      <dgm:prSet/>
      <dgm:spPr/>
      <dgm:t>
        <a:bodyPr/>
        <a:lstStyle/>
        <a:p>
          <a:endParaRPr lang="en-US" sz="1400"/>
        </a:p>
      </dgm:t>
    </dgm:pt>
    <dgm:pt modelId="{46708B0F-7E0E-47CB-98EC-544C459A5166}" type="sibTrans" cxnId="{38818047-D7D4-434E-B500-16FB4BD9C16E}">
      <dgm:prSet/>
      <dgm:spPr/>
      <dgm:t>
        <a:bodyPr/>
        <a:lstStyle/>
        <a:p>
          <a:endParaRPr lang="en-US" sz="1400"/>
        </a:p>
      </dgm:t>
    </dgm:pt>
    <dgm:pt modelId="{8FFD6F68-40BC-48ED-BBA5-B2ACC16DA5D7}">
      <dgm:prSet custT="1"/>
      <dgm:spPr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24765" tIns="16510" rIns="24765" bIns="16510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Employment</a:t>
          </a:r>
          <a:r>
            <a:rPr lang="es-CR" sz="14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details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15B6D4CA-B75B-41F0-89BA-F9126D56D4EC}" type="parTrans" cxnId="{D9BD3C07-7EC9-4783-9D29-4C0BFAC074B8}">
      <dgm:prSet/>
      <dgm:spPr/>
      <dgm:t>
        <a:bodyPr/>
        <a:lstStyle/>
        <a:p>
          <a:endParaRPr lang="en-US" sz="1400"/>
        </a:p>
      </dgm:t>
    </dgm:pt>
    <dgm:pt modelId="{7986405D-17F3-401A-9EEB-8F40B95B10DD}" type="sibTrans" cxnId="{D9BD3C07-7EC9-4783-9D29-4C0BFAC074B8}">
      <dgm:prSet/>
      <dgm:spPr/>
      <dgm:t>
        <a:bodyPr/>
        <a:lstStyle/>
        <a:p>
          <a:endParaRPr lang="en-US" sz="1400"/>
        </a:p>
      </dgm:t>
    </dgm:pt>
    <dgm:pt modelId="{1EB60441-B74C-4FE6-B257-BB0F3974464B}">
      <dgm:prSet custT="1"/>
      <dgm:spPr/>
      <dgm:t>
        <a:bodyPr/>
        <a:lstStyle/>
        <a:p>
          <a:r>
            <a:rPr lang="es-CR" sz="1400" dirty="0" err="1"/>
            <a:t>Workclass</a:t>
          </a:r>
          <a:endParaRPr lang="en-US" sz="1400" dirty="0"/>
        </a:p>
      </dgm:t>
    </dgm:pt>
    <dgm:pt modelId="{E2D5D424-BE59-41D5-911F-786FAD5510AF}" type="parTrans" cxnId="{F43928FC-06AB-4757-88C5-A44541B53E05}">
      <dgm:prSet/>
      <dgm:spPr/>
      <dgm:t>
        <a:bodyPr/>
        <a:lstStyle/>
        <a:p>
          <a:endParaRPr lang="en-US" sz="1400"/>
        </a:p>
      </dgm:t>
    </dgm:pt>
    <dgm:pt modelId="{393425AF-6E83-4A79-A407-0D917897A11C}" type="sibTrans" cxnId="{F43928FC-06AB-4757-88C5-A44541B53E05}">
      <dgm:prSet/>
      <dgm:spPr/>
      <dgm:t>
        <a:bodyPr/>
        <a:lstStyle/>
        <a:p>
          <a:endParaRPr lang="en-US" sz="1400"/>
        </a:p>
      </dgm:t>
    </dgm:pt>
    <dgm:pt modelId="{30CCDD2A-873E-49FC-9CA4-A3F2FAFCA3F0}">
      <dgm:prSet custT="1"/>
      <dgm:spPr/>
      <dgm:t>
        <a:bodyPr/>
        <a:lstStyle/>
        <a:p>
          <a:r>
            <a:rPr lang="es-CR" sz="1400" dirty="0" err="1"/>
            <a:t>Occupation</a:t>
          </a:r>
          <a:endParaRPr lang="en-US" sz="1400" dirty="0"/>
        </a:p>
      </dgm:t>
    </dgm:pt>
    <dgm:pt modelId="{E8BD1F16-D53B-499D-BD01-1898D3CA9119}" type="parTrans" cxnId="{237C003D-6614-42CE-87D1-B17F9D5390A9}">
      <dgm:prSet/>
      <dgm:spPr/>
      <dgm:t>
        <a:bodyPr/>
        <a:lstStyle/>
        <a:p>
          <a:endParaRPr lang="en-US" sz="1400"/>
        </a:p>
      </dgm:t>
    </dgm:pt>
    <dgm:pt modelId="{4A68890A-63A7-4927-A056-D2508687CDB3}" type="sibTrans" cxnId="{237C003D-6614-42CE-87D1-B17F9D5390A9}">
      <dgm:prSet/>
      <dgm:spPr/>
      <dgm:t>
        <a:bodyPr/>
        <a:lstStyle/>
        <a:p>
          <a:endParaRPr lang="en-US" sz="1400"/>
        </a:p>
      </dgm:t>
    </dgm:pt>
    <dgm:pt modelId="{76FB361F-2153-4DFC-B242-C435A529AA2F}">
      <dgm:prSet custT="1"/>
      <dgm:spPr/>
      <dgm:t>
        <a:bodyPr/>
        <a:lstStyle/>
        <a:p>
          <a:r>
            <a:rPr lang="es-CR" sz="1400" dirty="0" err="1"/>
            <a:t>Hours</a:t>
          </a:r>
          <a:r>
            <a:rPr lang="es-CR" sz="1400" dirty="0"/>
            <a:t> per </a:t>
          </a:r>
          <a:r>
            <a:rPr lang="es-CR" sz="1400" dirty="0" err="1"/>
            <a:t>week</a:t>
          </a:r>
          <a:endParaRPr lang="en-US" sz="1400" dirty="0"/>
        </a:p>
      </dgm:t>
    </dgm:pt>
    <dgm:pt modelId="{06A84E68-D87B-4771-A770-65FD0C571650}" type="parTrans" cxnId="{C80B58C1-6E29-4D25-A819-C86BDF076E7D}">
      <dgm:prSet/>
      <dgm:spPr/>
      <dgm:t>
        <a:bodyPr/>
        <a:lstStyle/>
        <a:p>
          <a:endParaRPr lang="en-US" sz="1400"/>
        </a:p>
      </dgm:t>
    </dgm:pt>
    <dgm:pt modelId="{E0DE4188-372D-4FCA-B1BD-78D9F216C7B1}" type="sibTrans" cxnId="{C80B58C1-6E29-4D25-A819-C86BDF076E7D}">
      <dgm:prSet/>
      <dgm:spPr/>
      <dgm:t>
        <a:bodyPr/>
        <a:lstStyle/>
        <a:p>
          <a:endParaRPr lang="en-US" sz="1400"/>
        </a:p>
      </dgm:t>
    </dgm:pt>
    <dgm:pt modelId="{533C15D8-E4A3-4230-83F5-A5EA98589625}">
      <dgm:prSet custT="1"/>
      <dgm:spPr/>
      <dgm:t>
        <a:bodyPr/>
        <a:lstStyle/>
        <a:p>
          <a:r>
            <a:rPr lang="es-CR" sz="1400" dirty="0"/>
            <a:t>Capital </a:t>
          </a:r>
          <a:r>
            <a:rPr lang="es-CR" sz="1400" dirty="0" err="1"/>
            <a:t>gain</a:t>
          </a:r>
          <a:endParaRPr lang="en-US" sz="1400" dirty="0"/>
        </a:p>
      </dgm:t>
    </dgm:pt>
    <dgm:pt modelId="{C9BC5F31-FA29-4AF6-99F9-2E84BF49533F}" type="parTrans" cxnId="{59DA91B2-B5D2-4609-873A-F66629728924}">
      <dgm:prSet/>
      <dgm:spPr/>
      <dgm:t>
        <a:bodyPr/>
        <a:lstStyle/>
        <a:p>
          <a:endParaRPr lang="en-US" sz="1400"/>
        </a:p>
      </dgm:t>
    </dgm:pt>
    <dgm:pt modelId="{0ADD1E05-D1CF-4922-850F-1D1008ABDAF2}" type="sibTrans" cxnId="{59DA91B2-B5D2-4609-873A-F66629728924}">
      <dgm:prSet/>
      <dgm:spPr/>
      <dgm:t>
        <a:bodyPr/>
        <a:lstStyle/>
        <a:p>
          <a:endParaRPr lang="en-US" sz="1400"/>
        </a:p>
      </dgm:t>
    </dgm:pt>
    <dgm:pt modelId="{DE230E44-89FC-43CB-90AB-83A994F0FF1A}">
      <dgm:prSet custT="1"/>
      <dgm:spPr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24765" tIns="16510" rIns="24765" bIns="16510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Financial</a:t>
          </a:r>
          <a:r>
            <a:rPr lang="es-CR" sz="14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indicators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C83C2D1B-1597-43A3-B5C3-DF930F9F363B}" type="parTrans" cxnId="{4E0ED203-301E-4E84-8E54-537636A16915}">
      <dgm:prSet/>
      <dgm:spPr/>
      <dgm:t>
        <a:bodyPr/>
        <a:lstStyle/>
        <a:p>
          <a:endParaRPr lang="en-US" sz="1400"/>
        </a:p>
      </dgm:t>
    </dgm:pt>
    <dgm:pt modelId="{478770C8-376B-47C2-B6DA-C89F83171425}" type="sibTrans" cxnId="{4E0ED203-301E-4E84-8E54-537636A16915}">
      <dgm:prSet/>
      <dgm:spPr/>
      <dgm:t>
        <a:bodyPr/>
        <a:lstStyle/>
        <a:p>
          <a:endParaRPr lang="en-US" sz="1400"/>
        </a:p>
      </dgm:t>
    </dgm:pt>
    <dgm:pt modelId="{BCB7D9DF-4EB0-4DE1-AF58-2D217CECDA89}">
      <dgm:prSet custT="1"/>
      <dgm:spPr/>
      <dgm:t>
        <a:bodyPr/>
        <a:lstStyle/>
        <a:p>
          <a:r>
            <a:rPr lang="es-CR" sz="1400" dirty="0"/>
            <a:t>Capital </a:t>
          </a:r>
          <a:r>
            <a:rPr lang="es-CR" sz="1400" dirty="0" err="1"/>
            <a:t>loss</a:t>
          </a:r>
          <a:endParaRPr lang="en-US" sz="1400" dirty="0"/>
        </a:p>
      </dgm:t>
    </dgm:pt>
    <dgm:pt modelId="{B26EFD54-E1F4-474D-BC31-52FB37A00F24}" type="parTrans" cxnId="{35947689-0E92-4778-943E-C6EEF4319ACC}">
      <dgm:prSet/>
      <dgm:spPr/>
      <dgm:t>
        <a:bodyPr/>
        <a:lstStyle/>
        <a:p>
          <a:endParaRPr lang="en-US" sz="1400"/>
        </a:p>
      </dgm:t>
    </dgm:pt>
    <dgm:pt modelId="{FED25587-994F-480A-9AC9-AA6318A19AAD}" type="sibTrans" cxnId="{35947689-0E92-4778-943E-C6EEF4319ACC}">
      <dgm:prSet/>
      <dgm:spPr/>
      <dgm:t>
        <a:bodyPr/>
        <a:lstStyle/>
        <a:p>
          <a:endParaRPr lang="en-US" sz="1400"/>
        </a:p>
      </dgm:t>
    </dgm:pt>
    <dgm:pt modelId="{07CAFE43-B3C7-4D24-BF36-866B8091622B}">
      <dgm:prSet custT="1"/>
      <dgm:spPr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24765" tIns="16510" rIns="24765" bIns="16510" numCol="1" spcCol="1270" anchor="ctr" anchorCtr="0"/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Income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0081B327-DA62-438B-BC53-DDF6B595A733}" type="parTrans" cxnId="{969BA4D8-A0E4-435F-AE67-EFC524FA866F}">
      <dgm:prSet/>
      <dgm:spPr/>
      <dgm:t>
        <a:bodyPr/>
        <a:lstStyle/>
        <a:p>
          <a:endParaRPr lang="en-US" sz="1400"/>
        </a:p>
      </dgm:t>
    </dgm:pt>
    <dgm:pt modelId="{56ABBF25-20D6-46AA-80BF-DDC8AE440356}" type="sibTrans" cxnId="{969BA4D8-A0E4-435F-AE67-EFC524FA866F}">
      <dgm:prSet/>
      <dgm:spPr/>
      <dgm:t>
        <a:bodyPr/>
        <a:lstStyle/>
        <a:p>
          <a:endParaRPr lang="en-US" sz="1400"/>
        </a:p>
      </dgm:t>
    </dgm:pt>
    <dgm:pt modelId="{78CF4CDC-9F57-4A80-9166-A58D8A4901BD}">
      <dgm:prSet custT="1"/>
      <dgm:spPr/>
      <dgm:t>
        <a:bodyPr/>
        <a:lstStyle/>
        <a:p>
          <a:r>
            <a:rPr lang="es-CR" sz="1400" dirty="0" err="1"/>
            <a:t>Over</a:t>
          </a:r>
          <a:r>
            <a:rPr lang="es-CR" sz="1400" dirty="0"/>
            <a:t> 50k</a:t>
          </a:r>
          <a:endParaRPr lang="en-US" sz="1400" dirty="0"/>
        </a:p>
      </dgm:t>
    </dgm:pt>
    <dgm:pt modelId="{6B39B567-016D-4A17-B5EF-9F60EC8E478D}" type="parTrans" cxnId="{7F364B44-D51B-4E66-A447-D7B4504AB26A}">
      <dgm:prSet/>
      <dgm:spPr/>
      <dgm:t>
        <a:bodyPr/>
        <a:lstStyle/>
        <a:p>
          <a:endParaRPr lang="en-US" sz="1400"/>
        </a:p>
      </dgm:t>
    </dgm:pt>
    <dgm:pt modelId="{9ED586F1-025E-4FA4-9171-C34B2D5199BC}" type="sibTrans" cxnId="{7F364B44-D51B-4E66-A447-D7B4504AB26A}">
      <dgm:prSet/>
      <dgm:spPr/>
      <dgm:t>
        <a:bodyPr/>
        <a:lstStyle/>
        <a:p>
          <a:endParaRPr lang="en-US" sz="1400"/>
        </a:p>
      </dgm:t>
    </dgm:pt>
    <dgm:pt modelId="{51815EFC-E080-4F24-8B9C-1631B35B6E25}">
      <dgm:prSet custT="1"/>
      <dgm:spPr/>
      <dgm:t>
        <a:bodyPr/>
        <a:lstStyle/>
        <a:p>
          <a:r>
            <a:rPr lang="es-CR" sz="1400" dirty="0" err="1"/>
            <a:t>Under</a:t>
          </a:r>
          <a:r>
            <a:rPr lang="es-CR" sz="1400" dirty="0"/>
            <a:t> 50k</a:t>
          </a:r>
          <a:endParaRPr lang="en-US" sz="1400" dirty="0"/>
        </a:p>
      </dgm:t>
    </dgm:pt>
    <dgm:pt modelId="{BBF6D3E0-EB3E-4E7E-BC7B-7B380B2EAA03}" type="parTrans" cxnId="{27242A5A-451A-4069-A05F-3530A29B8178}">
      <dgm:prSet/>
      <dgm:spPr/>
      <dgm:t>
        <a:bodyPr/>
        <a:lstStyle/>
        <a:p>
          <a:endParaRPr lang="en-US" sz="1400"/>
        </a:p>
      </dgm:t>
    </dgm:pt>
    <dgm:pt modelId="{1A58189D-CB97-4536-878A-C7EC13464E16}" type="sibTrans" cxnId="{27242A5A-451A-4069-A05F-3530A29B8178}">
      <dgm:prSet/>
      <dgm:spPr/>
      <dgm:t>
        <a:bodyPr/>
        <a:lstStyle/>
        <a:p>
          <a:endParaRPr lang="en-US" sz="1400"/>
        </a:p>
      </dgm:t>
    </dgm:pt>
    <dgm:pt modelId="{D5E22F03-ED09-4B22-B3F7-8BC03AA19A29}">
      <dgm:prSet custT="1"/>
      <dgm:spPr/>
      <dgm:t>
        <a:bodyPr/>
        <a:lstStyle/>
        <a:p>
          <a:r>
            <a:rPr lang="es-CR" sz="1400" dirty="0"/>
            <a:t>Final </a:t>
          </a:r>
          <a:r>
            <a:rPr lang="es-CR" sz="1400" dirty="0" err="1"/>
            <a:t>weight</a:t>
          </a:r>
          <a:endParaRPr lang="en-US" sz="1400" dirty="0"/>
        </a:p>
      </dgm:t>
    </dgm:pt>
    <dgm:pt modelId="{874EB5AB-D4EA-48E3-AC1A-31584024D8FD}" type="parTrans" cxnId="{96F8FA90-15B0-40A9-A6C9-EC1450555C5D}">
      <dgm:prSet/>
      <dgm:spPr/>
      <dgm:t>
        <a:bodyPr/>
        <a:lstStyle/>
        <a:p>
          <a:endParaRPr lang="en-US" sz="1400"/>
        </a:p>
      </dgm:t>
    </dgm:pt>
    <dgm:pt modelId="{7E8FDC33-5E6F-4576-BDC5-8A8DF197FDF8}" type="sibTrans" cxnId="{96F8FA90-15B0-40A9-A6C9-EC1450555C5D}">
      <dgm:prSet/>
      <dgm:spPr/>
      <dgm:t>
        <a:bodyPr/>
        <a:lstStyle/>
        <a:p>
          <a:endParaRPr lang="en-US" sz="1400"/>
        </a:p>
      </dgm:t>
    </dgm:pt>
    <dgm:pt modelId="{5DE2D5F5-0AAD-4F74-ACE6-0F0003110A45}">
      <dgm:prSet custT="1"/>
      <dgm:spPr/>
      <dgm:t>
        <a:bodyPr/>
        <a:lstStyle/>
        <a:p>
          <a:r>
            <a:rPr lang="es-CR" sz="1400" dirty="0" err="1"/>
            <a:t>Relationship</a:t>
          </a:r>
          <a:endParaRPr lang="es-CR" sz="1400" dirty="0"/>
        </a:p>
        <a:p>
          <a:r>
            <a:rPr lang="es-CR" sz="1400" dirty="0"/>
            <a:t>status</a:t>
          </a:r>
          <a:endParaRPr lang="en-US" sz="1400" dirty="0"/>
        </a:p>
      </dgm:t>
    </dgm:pt>
    <dgm:pt modelId="{439F886C-7F32-4160-8CFF-4F666162A4EA}" type="parTrans" cxnId="{F058C381-BD24-43D8-8301-E638AD8B5CD0}">
      <dgm:prSet/>
      <dgm:spPr/>
      <dgm:t>
        <a:bodyPr/>
        <a:lstStyle/>
        <a:p>
          <a:endParaRPr lang="en-US" sz="1400"/>
        </a:p>
      </dgm:t>
    </dgm:pt>
    <dgm:pt modelId="{3EAB41DF-C8CF-4030-9D83-0636A88ADC66}" type="sibTrans" cxnId="{F058C381-BD24-43D8-8301-E638AD8B5CD0}">
      <dgm:prSet/>
      <dgm:spPr/>
      <dgm:t>
        <a:bodyPr/>
        <a:lstStyle/>
        <a:p>
          <a:endParaRPr lang="en-US" sz="1400"/>
        </a:p>
      </dgm:t>
    </dgm:pt>
    <dgm:pt modelId="{ED3E1FA6-165E-4BBC-9ABB-01ED2CB56645}" type="pres">
      <dgm:prSet presAssocID="{1270CDCF-C8F1-452F-B407-BF4971B689A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FA8051-21BF-44FC-B272-81BEF206D94F}" type="pres">
      <dgm:prSet presAssocID="{56BA3A84-5D97-4AAF-9689-2F38B4851C28}" presName="root" presStyleCnt="0"/>
      <dgm:spPr/>
    </dgm:pt>
    <dgm:pt modelId="{37DD918D-F45B-4353-A024-694E6974C250}" type="pres">
      <dgm:prSet presAssocID="{56BA3A84-5D97-4AAF-9689-2F38B4851C28}" presName="rootComposite" presStyleCnt="0"/>
      <dgm:spPr/>
    </dgm:pt>
    <dgm:pt modelId="{AFC1C23D-29FA-44D6-861E-B49E86387DFC}" type="pres">
      <dgm:prSet presAssocID="{56BA3A84-5D97-4AAF-9689-2F38B4851C28}" presName="rootText" presStyleLbl="node1" presStyleIdx="0" presStyleCnt="5"/>
      <dgm:spPr/>
    </dgm:pt>
    <dgm:pt modelId="{6AED7E47-FD6E-4C51-BA05-685A077A0229}" type="pres">
      <dgm:prSet presAssocID="{56BA3A84-5D97-4AAF-9689-2F38B4851C28}" presName="rootConnector" presStyleLbl="node1" presStyleIdx="0" presStyleCnt="5"/>
      <dgm:spPr/>
    </dgm:pt>
    <dgm:pt modelId="{DC27A2C6-3399-4E16-B2FB-DA0321C357B1}" type="pres">
      <dgm:prSet presAssocID="{56BA3A84-5D97-4AAF-9689-2F38B4851C28}" presName="childShape" presStyleCnt="0"/>
      <dgm:spPr/>
    </dgm:pt>
    <dgm:pt modelId="{9EEFF508-0572-4DCB-9E18-5AB05F7798D0}" type="pres">
      <dgm:prSet presAssocID="{0F730BB3-6C16-46F7-AC76-7AD8E7A84749}" presName="Name13" presStyleLbl="parChTrans1D2" presStyleIdx="0" presStyleCnt="14"/>
      <dgm:spPr/>
    </dgm:pt>
    <dgm:pt modelId="{8DA08418-7D67-4254-BE56-3DFEECD02D37}" type="pres">
      <dgm:prSet presAssocID="{D6D2210D-F262-4BDB-AD60-1E92B00C5940}" presName="childText" presStyleLbl="bgAcc1" presStyleIdx="0" presStyleCnt="14">
        <dgm:presLayoutVars>
          <dgm:bulletEnabled val="1"/>
        </dgm:presLayoutVars>
      </dgm:prSet>
      <dgm:spPr/>
    </dgm:pt>
    <dgm:pt modelId="{6646C946-C75F-45E1-B795-DB0AD0375329}" type="pres">
      <dgm:prSet presAssocID="{6E30761F-A7C8-497B-BC61-4D680CE76770}" presName="Name13" presStyleLbl="parChTrans1D2" presStyleIdx="1" presStyleCnt="14"/>
      <dgm:spPr/>
    </dgm:pt>
    <dgm:pt modelId="{41E0D51D-5410-48FD-AB54-D92B2754CC3E}" type="pres">
      <dgm:prSet presAssocID="{734A16E9-AF01-4479-9396-84D280DC6EC0}" presName="childText" presStyleLbl="bgAcc1" presStyleIdx="1" presStyleCnt="14">
        <dgm:presLayoutVars>
          <dgm:bulletEnabled val="1"/>
        </dgm:presLayoutVars>
      </dgm:prSet>
      <dgm:spPr/>
    </dgm:pt>
    <dgm:pt modelId="{C0A9FCC4-1B6C-4EFD-B028-4B1BB9D627CC}" type="pres">
      <dgm:prSet presAssocID="{0D37B2A3-6B52-4D17-B5CE-B1B2C1F8887F}" presName="Name13" presStyleLbl="parChTrans1D2" presStyleIdx="2" presStyleCnt="14"/>
      <dgm:spPr/>
    </dgm:pt>
    <dgm:pt modelId="{79958514-8BB5-4760-814C-A6D0C9F462E8}" type="pres">
      <dgm:prSet presAssocID="{59542FE3-867E-4557-830C-FD3FE0924131}" presName="childText" presStyleLbl="bgAcc1" presStyleIdx="2" presStyleCnt="14">
        <dgm:presLayoutVars>
          <dgm:bulletEnabled val="1"/>
        </dgm:presLayoutVars>
      </dgm:prSet>
      <dgm:spPr/>
    </dgm:pt>
    <dgm:pt modelId="{D35B643E-5FEC-4549-BDD5-BB532B947389}" type="pres">
      <dgm:prSet presAssocID="{874EB5AB-D4EA-48E3-AC1A-31584024D8FD}" presName="Name13" presStyleLbl="parChTrans1D2" presStyleIdx="3" presStyleCnt="14"/>
      <dgm:spPr/>
    </dgm:pt>
    <dgm:pt modelId="{95A7DDDE-6A0E-4319-9E9B-3B24F8C0F6B4}" type="pres">
      <dgm:prSet presAssocID="{D5E22F03-ED09-4B22-B3F7-8BC03AA19A29}" presName="childText" presStyleLbl="bgAcc1" presStyleIdx="3" presStyleCnt="14">
        <dgm:presLayoutVars>
          <dgm:bulletEnabled val="1"/>
        </dgm:presLayoutVars>
      </dgm:prSet>
      <dgm:spPr/>
    </dgm:pt>
    <dgm:pt modelId="{AD3DC355-D505-4ECD-BE8E-018052AE2425}" type="pres">
      <dgm:prSet presAssocID="{439F886C-7F32-4160-8CFF-4F666162A4EA}" presName="Name13" presStyleLbl="parChTrans1D2" presStyleIdx="4" presStyleCnt="14"/>
      <dgm:spPr/>
    </dgm:pt>
    <dgm:pt modelId="{A9F2FA5A-F768-4DBF-B1BC-82F352C9883A}" type="pres">
      <dgm:prSet presAssocID="{5DE2D5F5-0AAD-4F74-ACE6-0F0003110A45}" presName="childText" presStyleLbl="bgAcc1" presStyleIdx="4" presStyleCnt="14">
        <dgm:presLayoutVars>
          <dgm:bulletEnabled val="1"/>
        </dgm:presLayoutVars>
      </dgm:prSet>
      <dgm:spPr/>
    </dgm:pt>
    <dgm:pt modelId="{D3413F76-C549-42A1-9943-9A68F28B0AB3}" type="pres">
      <dgm:prSet presAssocID="{3ED78895-C5A9-4493-9A9C-C1D1707512D3}" presName="root" presStyleCnt="0"/>
      <dgm:spPr/>
    </dgm:pt>
    <dgm:pt modelId="{50AC9591-A33D-4479-9BDF-18F61F2D4292}" type="pres">
      <dgm:prSet presAssocID="{3ED78895-C5A9-4493-9A9C-C1D1707512D3}" presName="rootComposite" presStyleCnt="0"/>
      <dgm:spPr/>
    </dgm:pt>
    <dgm:pt modelId="{C4483FE2-0966-40ED-9096-BB7468789C8B}" type="pres">
      <dgm:prSet presAssocID="{3ED78895-C5A9-4493-9A9C-C1D1707512D3}" presName="rootText" presStyleLbl="node1" presStyleIdx="1" presStyleCnt="5"/>
      <dgm:spPr>
        <a:xfrm>
          <a:off x="1561921" y="754977"/>
          <a:ext cx="1246612" cy="623306"/>
        </a:xfrm>
        <a:prstGeom prst="roundRect">
          <a:avLst>
            <a:gd name="adj" fmla="val 10000"/>
          </a:avLst>
        </a:prstGeom>
      </dgm:spPr>
    </dgm:pt>
    <dgm:pt modelId="{C1DD1056-825B-4C93-B877-193C63398335}" type="pres">
      <dgm:prSet presAssocID="{3ED78895-C5A9-4493-9A9C-C1D1707512D3}" presName="rootConnector" presStyleLbl="node1" presStyleIdx="1" presStyleCnt="5"/>
      <dgm:spPr/>
    </dgm:pt>
    <dgm:pt modelId="{0A5EAC27-A9F1-48E6-8980-37867FCA4E8F}" type="pres">
      <dgm:prSet presAssocID="{3ED78895-C5A9-4493-9A9C-C1D1707512D3}" presName="childShape" presStyleCnt="0"/>
      <dgm:spPr/>
    </dgm:pt>
    <dgm:pt modelId="{F065583C-B7F7-4286-A16D-CFAC8D84F496}" type="pres">
      <dgm:prSet presAssocID="{04FE55E9-83FF-4CE6-B4BA-A51F7BCA7576}" presName="Name13" presStyleLbl="parChTrans1D2" presStyleIdx="5" presStyleCnt="14"/>
      <dgm:spPr/>
    </dgm:pt>
    <dgm:pt modelId="{1A32317E-4C56-42AC-BF74-AC3E158A29BD}" type="pres">
      <dgm:prSet presAssocID="{601E601A-0D54-430B-BAD1-353785F35607}" presName="childText" presStyleLbl="bgAcc1" presStyleIdx="5" presStyleCnt="14">
        <dgm:presLayoutVars>
          <dgm:bulletEnabled val="1"/>
        </dgm:presLayoutVars>
      </dgm:prSet>
      <dgm:spPr/>
    </dgm:pt>
    <dgm:pt modelId="{CD22A4ED-15B4-4DD2-BAD0-B974E83269BF}" type="pres">
      <dgm:prSet presAssocID="{E8048BD5-7AA1-4D17-B7E0-AB4F3C4BD4CD}" presName="Name13" presStyleLbl="parChTrans1D2" presStyleIdx="6" presStyleCnt="14"/>
      <dgm:spPr/>
    </dgm:pt>
    <dgm:pt modelId="{F3CF2959-B5A4-43F3-BBD8-3488ED9776D8}" type="pres">
      <dgm:prSet presAssocID="{F2661956-0C02-459B-BFE4-385F976BDAF1}" presName="childText" presStyleLbl="bgAcc1" presStyleIdx="6" presStyleCnt="14">
        <dgm:presLayoutVars>
          <dgm:bulletEnabled val="1"/>
        </dgm:presLayoutVars>
      </dgm:prSet>
      <dgm:spPr/>
    </dgm:pt>
    <dgm:pt modelId="{7B724BA5-7BC5-489F-832E-90EED8993912}" type="pres">
      <dgm:prSet presAssocID="{8FFD6F68-40BC-48ED-BBA5-B2ACC16DA5D7}" presName="root" presStyleCnt="0"/>
      <dgm:spPr/>
    </dgm:pt>
    <dgm:pt modelId="{3E72F654-9864-4312-9629-591522CBC4A8}" type="pres">
      <dgm:prSet presAssocID="{8FFD6F68-40BC-48ED-BBA5-B2ACC16DA5D7}" presName="rootComposite" presStyleCnt="0"/>
      <dgm:spPr/>
    </dgm:pt>
    <dgm:pt modelId="{00295832-91D6-4514-923F-3B05954F4996}" type="pres">
      <dgm:prSet presAssocID="{8FFD6F68-40BC-48ED-BBA5-B2ACC16DA5D7}" presName="rootText" presStyleLbl="node1" presStyleIdx="2" presStyleCnt="5"/>
      <dgm:spPr>
        <a:xfrm>
          <a:off x="3120187" y="754977"/>
          <a:ext cx="1246612" cy="623306"/>
        </a:xfrm>
        <a:prstGeom prst="roundRect">
          <a:avLst>
            <a:gd name="adj" fmla="val 10000"/>
          </a:avLst>
        </a:prstGeom>
      </dgm:spPr>
    </dgm:pt>
    <dgm:pt modelId="{FD4F99AD-224E-43F3-A44C-01CDDFF162FA}" type="pres">
      <dgm:prSet presAssocID="{8FFD6F68-40BC-48ED-BBA5-B2ACC16DA5D7}" presName="rootConnector" presStyleLbl="node1" presStyleIdx="2" presStyleCnt="5"/>
      <dgm:spPr/>
    </dgm:pt>
    <dgm:pt modelId="{DC3F6C9A-8CD0-4E35-8E59-583682248D91}" type="pres">
      <dgm:prSet presAssocID="{8FFD6F68-40BC-48ED-BBA5-B2ACC16DA5D7}" presName="childShape" presStyleCnt="0"/>
      <dgm:spPr/>
    </dgm:pt>
    <dgm:pt modelId="{631A761A-2145-4FBA-A6AC-4BC12B79A996}" type="pres">
      <dgm:prSet presAssocID="{E2D5D424-BE59-41D5-911F-786FAD5510AF}" presName="Name13" presStyleLbl="parChTrans1D2" presStyleIdx="7" presStyleCnt="14"/>
      <dgm:spPr/>
    </dgm:pt>
    <dgm:pt modelId="{C3D65B18-263E-49CE-AC31-961BCAB98C5F}" type="pres">
      <dgm:prSet presAssocID="{1EB60441-B74C-4FE6-B257-BB0F3974464B}" presName="childText" presStyleLbl="bgAcc1" presStyleIdx="7" presStyleCnt="14">
        <dgm:presLayoutVars>
          <dgm:bulletEnabled val="1"/>
        </dgm:presLayoutVars>
      </dgm:prSet>
      <dgm:spPr/>
    </dgm:pt>
    <dgm:pt modelId="{EECEEB2D-39F1-4A7F-B8C7-7FC593EA843C}" type="pres">
      <dgm:prSet presAssocID="{E8BD1F16-D53B-499D-BD01-1898D3CA9119}" presName="Name13" presStyleLbl="parChTrans1D2" presStyleIdx="8" presStyleCnt="14"/>
      <dgm:spPr/>
    </dgm:pt>
    <dgm:pt modelId="{BDAEA6F9-8711-4056-A0E3-619F6B5070AC}" type="pres">
      <dgm:prSet presAssocID="{30CCDD2A-873E-49FC-9CA4-A3F2FAFCA3F0}" presName="childText" presStyleLbl="bgAcc1" presStyleIdx="8" presStyleCnt="14">
        <dgm:presLayoutVars>
          <dgm:bulletEnabled val="1"/>
        </dgm:presLayoutVars>
      </dgm:prSet>
      <dgm:spPr/>
    </dgm:pt>
    <dgm:pt modelId="{B777E350-91F9-492C-8380-E6130591F62A}" type="pres">
      <dgm:prSet presAssocID="{06A84E68-D87B-4771-A770-65FD0C571650}" presName="Name13" presStyleLbl="parChTrans1D2" presStyleIdx="9" presStyleCnt="14"/>
      <dgm:spPr/>
    </dgm:pt>
    <dgm:pt modelId="{5DF4AD6A-2B39-4EF8-9AAD-09B16E391BC8}" type="pres">
      <dgm:prSet presAssocID="{76FB361F-2153-4DFC-B242-C435A529AA2F}" presName="childText" presStyleLbl="bgAcc1" presStyleIdx="9" presStyleCnt="14">
        <dgm:presLayoutVars>
          <dgm:bulletEnabled val="1"/>
        </dgm:presLayoutVars>
      </dgm:prSet>
      <dgm:spPr/>
    </dgm:pt>
    <dgm:pt modelId="{84185310-F702-4CD8-9DB2-662132038ADC}" type="pres">
      <dgm:prSet presAssocID="{DE230E44-89FC-43CB-90AB-83A994F0FF1A}" presName="root" presStyleCnt="0"/>
      <dgm:spPr/>
    </dgm:pt>
    <dgm:pt modelId="{63897827-B4AC-4772-91C1-159FAAA323BD}" type="pres">
      <dgm:prSet presAssocID="{DE230E44-89FC-43CB-90AB-83A994F0FF1A}" presName="rootComposite" presStyleCnt="0"/>
      <dgm:spPr/>
    </dgm:pt>
    <dgm:pt modelId="{22E6E759-701F-4532-A1B6-32E29349BEFD}" type="pres">
      <dgm:prSet presAssocID="{DE230E44-89FC-43CB-90AB-83A994F0FF1A}" presName="rootText" presStyleLbl="node1" presStyleIdx="3" presStyleCnt="5"/>
      <dgm:spPr>
        <a:xfrm>
          <a:off x="4678452" y="754977"/>
          <a:ext cx="1246612" cy="623306"/>
        </a:xfrm>
        <a:prstGeom prst="roundRect">
          <a:avLst>
            <a:gd name="adj" fmla="val 10000"/>
          </a:avLst>
        </a:prstGeom>
      </dgm:spPr>
    </dgm:pt>
    <dgm:pt modelId="{07E29ADA-A932-406B-83F3-F2F4DCB9420A}" type="pres">
      <dgm:prSet presAssocID="{DE230E44-89FC-43CB-90AB-83A994F0FF1A}" presName="rootConnector" presStyleLbl="node1" presStyleIdx="3" presStyleCnt="5"/>
      <dgm:spPr/>
    </dgm:pt>
    <dgm:pt modelId="{E9C9D2D0-FBE6-4774-9470-EB066AB3DCB3}" type="pres">
      <dgm:prSet presAssocID="{DE230E44-89FC-43CB-90AB-83A994F0FF1A}" presName="childShape" presStyleCnt="0"/>
      <dgm:spPr/>
    </dgm:pt>
    <dgm:pt modelId="{484409D2-5723-4ED0-B0CD-261EE24E0445}" type="pres">
      <dgm:prSet presAssocID="{C9BC5F31-FA29-4AF6-99F9-2E84BF49533F}" presName="Name13" presStyleLbl="parChTrans1D2" presStyleIdx="10" presStyleCnt="14"/>
      <dgm:spPr/>
    </dgm:pt>
    <dgm:pt modelId="{42C96A8C-49D8-4795-87C5-3496BB8B0F91}" type="pres">
      <dgm:prSet presAssocID="{533C15D8-E4A3-4230-83F5-A5EA98589625}" presName="childText" presStyleLbl="bgAcc1" presStyleIdx="10" presStyleCnt="14">
        <dgm:presLayoutVars>
          <dgm:bulletEnabled val="1"/>
        </dgm:presLayoutVars>
      </dgm:prSet>
      <dgm:spPr/>
    </dgm:pt>
    <dgm:pt modelId="{B0DF3532-C62F-4A92-A9DD-545887054DDA}" type="pres">
      <dgm:prSet presAssocID="{B26EFD54-E1F4-474D-BC31-52FB37A00F24}" presName="Name13" presStyleLbl="parChTrans1D2" presStyleIdx="11" presStyleCnt="14"/>
      <dgm:spPr/>
    </dgm:pt>
    <dgm:pt modelId="{0C0DCA63-371C-400F-9AA1-D07669EB5E5B}" type="pres">
      <dgm:prSet presAssocID="{BCB7D9DF-4EB0-4DE1-AF58-2D217CECDA89}" presName="childText" presStyleLbl="bgAcc1" presStyleIdx="11" presStyleCnt="14">
        <dgm:presLayoutVars>
          <dgm:bulletEnabled val="1"/>
        </dgm:presLayoutVars>
      </dgm:prSet>
      <dgm:spPr/>
    </dgm:pt>
    <dgm:pt modelId="{C7253DF6-FD31-4BE3-B51A-425CB39509E9}" type="pres">
      <dgm:prSet presAssocID="{07CAFE43-B3C7-4D24-BF36-866B8091622B}" presName="root" presStyleCnt="0"/>
      <dgm:spPr/>
    </dgm:pt>
    <dgm:pt modelId="{33035462-8B28-48E6-AEA1-BFAE1F969D5D}" type="pres">
      <dgm:prSet presAssocID="{07CAFE43-B3C7-4D24-BF36-866B8091622B}" presName="rootComposite" presStyleCnt="0"/>
      <dgm:spPr/>
    </dgm:pt>
    <dgm:pt modelId="{AAD27830-BBD4-4774-A8A9-8BAD4BD40468}" type="pres">
      <dgm:prSet presAssocID="{07CAFE43-B3C7-4D24-BF36-866B8091622B}" presName="rootText" presStyleLbl="node1" presStyleIdx="4" presStyleCnt="5"/>
      <dgm:spPr>
        <a:xfrm>
          <a:off x="6236718" y="754977"/>
          <a:ext cx="1246612" cy="623306"/>
        </a:xfrm>
        <a:prstGeom prst="roundRect">
          <a:avLst>
            <a:gd name="adj" fmla="val 10000"/>
          </a:avLst>
        </a:prstGeom>
      </dgm:spPr>
    </dgm:pt>
    <dgm:pt modelId="{0BFAB7A9-1384-4EB4-ACA9-CFE305C7C3B2}" type="pres">
      <dgm:prSet presAssocID="{07CAFE43-B3C7-4D24-BF36-866B8091622B}" presName="rootConnector" presStyleLbl="node1" presStyleIdx="4" presStyleCnt="5"/>
      <dgm:spPr/>
    </dgm:pt>
    <dgm:pt modelId="{1673B6F0-12FF-438D-9280-E7C57252D1EC}" type="pres">
      <dgm:prSet presAssocID="{07CAFE43-B3C7-4D24-BF36-866B8091622B}" presName="childShape" presStyleCnt="0"/>
      <dgm:spPr/>
    </dgm:pt>
    <dgm:pt modelId="{0123298C-6895-4702-81DE-C10FA67909D0}" type="pres">
      <dgm:prSet presAssocID="{6B39B567-016D-4A17-B5EF-9F60EC8E478D}" presName="Name13" presStyleLbl="parChTrans1D2" presStyleIdx="12" presStyleCnt="14"/>
      <dgm:spPr/>
    </dgm:pt>
    <dgm:pt modelId="{88EC7F77-B85D-480E-89CA-7A4B6B45F6C3}" type="pres">
      <dgm:prSet presAssocID="{78CF4CDC-9F57-4A80-9166-A58D8A4901BD}" presName="childText" presStyleLbl="bgAcc1" presStyleIdx="12" presStyleCnt="14">
        <dgm:presLayoutVars>
          <dgm:bulletEnabled val="1"/>
        </dgm:presLayoutVars>
      </dgm:prSet>
      <dgm:spPr/>
    </dgm:pt>
    <dgm:pt modelId="{FAD13454-1EF5-4DD5-B89F-DDBED3E102C1}" type="pres">
      <dgm:prSet presAssocID="{BBF6D3E0-EB3E-4E7E-BC7B-7B380B2EAA03}" presName="Name13" presStyleLbl="parChTrans1D2" presStyleIdx="13" presStyleCnt="14"/>
      <dgm:spPr/>
    </dgm:pt>
    <dgm:pt modelId="{CB6729A7-A7BF-4A20-8949-210E622D61D4}" type="pres">
      <dgm:prSet presAssocID="{51815EFC-E080-4F24-8B9C-1631B35B6E25}" presName="childText" presStyleLbl="bgAcc1" presStyleIdx="13" presStyleCnt="14">
        <dgm:presLayoutVars>
          <dgm:bulletEnabled val="1"/>
        </dgm:presLayoutVars>
      </dgm:prSet>
      <dgm:spPr/>
    </dgm:pt>
  </dgm:ptLst>
  <dgm:cxnLst>
    <dgm:cxn modelId="{C519F501-E1C6-42D6-94E3-6BD140EEA267}" srcId="{3ED78895-C5A9-4493-9A9C-C1D1707512D3}" destId="{F2661956-0C02-459B-BFE4-385F976BDAF1}" srcOrd="1" destOrd="0" parTransId="{E8048BD5-7AA1-4D17-B7E0-AB4F3C4BD4CD}" sibTransId="{C0179400-23FA-4BCE-8896-4F5A312193BD}"/>
    <dgm:cxn modelId="{4DC78102-8682-4E80-A932-EC528E6E49FC}" type="presOf" srcId="{06A84E68-D87B-4771-A770-65FD0C571650}" destId="{B777E350-91F9-492C-8380-E6130591F62A}" srcOrd="0" destOrd="0" presId="urn:microsoft.com/office/officeart/2005/8/layout/hierarchy3"/>
    <dgm:cxn modelId="{EAFA7E03-44B1-4ABB-84CD-50D18B558311}" type="presOf" srcId="{6E30761F-A7C8-497B-BC61-4D680CE76770}" destId="{6646C946-C75F-45E1-B795-DB0AD0375329}" srcOrd="0" destOrd="0" presId="urn:microsoft.com/office/officeart/2005/8/layout/hierarchy3"/>
    <dgm:cxn modelId="{4E0ED203-301E-4E84-8E54-537636A16915}" srcId="{1270CDCF-C8F1-452F-B407-BF4971B689AC}" destId="{DE230E44-89FC-43CB-90AB-83A994F0FF1A}" srcOrd="3" destOrd="0" parTransId="{C83C2D1B-1597-43A3-B5C3-DF930F9F363B}" sibTransId="{478770C8-376B-47C2-B6DA-C89F83171425}"/>
    <dgm:cxn modelId="{D9BD3C07-7EC9-4783-9D29-4C0BFAC074B8}" srcId="{1270CDCF-C8F1-452F-B407-BF4971B689AC}" destId="{8FFD6F68-40BC-48ED-BBA5-B2ACC16DA5D7}" srcOrd="2" destOrd="0" parTransId="{15B6D4CA-B75B-41F0-89BA-F9126D56D4EC}" sibTransId="{7986405D-17F3-401A-9EEB-8F40B95B10DD}"/>
    <dgm:cxn modelId="{AA414012-D591-45A7-9D70-774B37F399DB}" type="presOf" srcId="{DE230E44-89FC-43CB-90AB-83A994F0FF1A}" destId="{07E29ADA-A932-406B-83F3-F2F4DCB9420A}" srcOrd="1" destOrd="0" presId="urn:microsoft.com/office/officeart/2005/8/layout/hierarchy3"/>
    <dgm:cxn modelId="{59056D1B-289E-4A55-A50C-66E6F99328C0}" type="presOf" srcId="{8FFD6F68-40BC-48ED-BBA5-B2ACC16DA5D7}" destId="{00295832-91D6-4514-923F-3B05954F4996}" srcOrd="0" destOrd="0" presId="urn:microsoft.com/office/officeart/2005/8/layout/hierarchy3"/>
    <dgm:cxn modelId="{9F00F71E-D1D7-4042-A236-C2FE77540233}" type="presOf" srcId="{04FE55E9-83FF-4CE6-B4BA-A51F7BCA7576}" destId="{F065583C-B7F7-4286-A16D-CFAC8D84F496}" srcOrd="0" destOrd="0" presId="urn:microsoft.com/office/officeart/2005/8/layout/hierarchy3"/>
    <dgm:cxn modelId="{72A86C21-E286-434D-A912-B8B3AD43F89A}" type="presOf" srcId="{1270CDCF-C8F1-452F-B407-BF4971B689AC}" destId="{ED3E1FA6-165E-4BBC-9ABB-01ED2CB56645}" srcOrd="0" destOrd="0" presId="urn:microsoft.com/office/officeart/2005/8/layout/hierarchy3"/>
    <dgm:cxn modelId="{D976DB2A-9B2F-4D0F-A61C-739B9527C4E7}" srcId="{56BA3A84-5D97-4AAF-9689-2F38B4851C28}" destId="{734A16E9-AF01-4479-9396-84D280DC6EC0}" srcOrd="1" destOrd="0" parTransId="{6E30761F-A7C8-497B-BC61-4D680CE76770}" sibTransId="{202DB84F-87D9-40E7-BC7F-24FEDD94FDA7}"/>
    <dgm:cxn modelId="{1DB11A2C-06B8-41D2-BA68-CA50D89ED0B5}" type="presOf" srcId="{51815EFC-E080-4F24-8B9C-1631B35B6E25}" destId="{CB6729A7-A7BF-4A20-8949-210E622D61D4}" srcOrd="0" destOrd="0" presId="urn:microsoft.com/office/officeart/2005/8/layout/hierarchy3"/>
    <dgm:cxn modelId="{16D5582E-71BA-418A-A16B-DAC8B1400C24}" type="presOf" srcId="{5DE2D5F5-0AAD-4F74-ACE6-0F0003110A45}" destId="{A9F2FA5A-F768-4DBF-B1BC-82F352C9883A}" srcOrd="0" destOrd="0" presId="urn:microsoft.com/office/officeart/2005/8/layout/hierarchy3"/>
    <dgm:cxn modelId="{5EE94530-07F2-4DD1-BE06-F70082CD5765}" type="presOf" srcId="{533C15D8-E4A3-4230-83F5-A5EA98589625}" destId="{42C96A8C-49D8-4795-87C5-3496BB8B0F91}" srcOrd="0" destOrd="0" presId="urn:microsoft.com/office/officeart/2005/8/layout/hierarchy3"/>
    <dgm:cxn modelId="{237C003D-6614-42CE-87D1-B17F9D5390A9}" srcId="{8FFD6F68-40BC-48ED-BBA5-B2ACC16DA5D7}" destId="{30CCDD2A-873E-49FC-9CA4-A3F2FAFCA3F0}" srcOrd="1" destOrd="0" parTransId="{E8BD1F16-D53B-499D-BD01-1898D3CA9119}" sibTransId="{4A68890A-63A7-4927-A056-D2508687CDB3}"/>
    <dgm:cxn modelId="{9C37963F-B533-4763-B86C-129ABBBBAE0D}" type="presOf" srcId="{8FFD6F68-40BC-48ED-BBA5-B2ACC16DA5D7}" destId="{FD4F99AD-224E-43F3-A44C-01CDDFF162FA}" srcOrd="1" destOrd="0" presId="urn:microsoft.com/office/officeart/2005/8/layout/hierarchy3"/>
    <dgm:cxn modelId="{7F364B44-D51B-4E66-A447-D7B4504AB26A}" srcId="{07CAFE43-B3C7-4D24-BF36-866B8091622B}" destId="{78CF4CDC-9F57-4A80-9166-A58D8A4901BD}" srcOrd="0" destOrd="0" parTransId="{6B39B567-016D-4A17-B5EF-9F60EC8E478D}" sibTransId="{9ED586F1-025E-4FA4-9171-C34B2D5199BC}"/>
    <dgm:cxn modelId="{9AF52065-7133-4F4D-B3ED-57128935E865}" type="presOf" srcId="{07CAFE43-B3C7-4D24-BF36-866B8091622B}" destId="{0BFAB7A9-1384-4EB4-ACA9-CFE305C7C3B2}" srcOrd="1" destOrd="0" presId="urn:microsoft.com/office/officeart/2005/8/layout/hierarchy3"/>
    <dgm:cxn modelId="{38818047-D7D4-434E-B500-16FB4BD9C16E}" srcId="{56BA3A84-5D97-4AAF-9689-2F38B4851C28}" destId="{59542FE3-867E-4557-830C-FD3FE0924131}" srcOrd="2" destOrd="0" parTransId="{0D37B2A3-6B52-4D17-B5CE-B1B2C1F8887F}" sibTransId="{46708B0F-7E0E-47CB-98EC-544C459A5166}"/>
    <dgm:cxn modelId="{7B34474A-CF19-4CA8-A264-F3D9826131E1}" type="presOf" srcId="{3ED78895-C5A9-4493-9A9C-C1D1707512D3}" destId="{C1DD1056-825B-4C93-B877-193C63398335}" srcOrd="1" destOrd="0" presId="urn:microsoft.com/office/officeart/2005/8/layout/hierarchy3"/>
    <dgm:cxn modelId="{2FEDF84A-BDE7-4351-820E-3EC4222DDA73}" type="presOf" srcId="{1EB60441-B74C-4FE6-B257-BB0F3974464B}" destId="{C3D65B18-263E-49CE-AC31-961BCAB98C5F}" srcOrd="0" destOrd="0" presId="urn:microsoft.com/office/officeart/2005/8/layout/hierarchy3"/>
    <dgm:cxn modelId="{37152F6F-023C-43DD-BFE8-2C80BBE1EC50}" type="presOf" srcId="{E8048BD5-7AA1-4D17-B7E0-AB4F3C4BD4CD}" destId="{CD22A4ED-15B4-4DD2-BAD0-B974E83269BF}" srcOrd="0" destOrd="0" presId="urn:microsoft.com/office/officeart/2005/8/layout/hierarchy3"/>
    <dgm:cxn modelId="{3ADC4973-185B-4AB5-B894-51A62AC8AB90}" type="presOf" srcId="{59542FE3-867E-4557-830C-FD3FE0924131}" destId="{79958514-8BB5-4760-814C-A6D0C9F462E8}" srcOrd="0" destOrd="0" presId="urn:microsoft.com/office/officeart/2005/8/layout/hierarchy3"/>
    <dgm:cxn modelId="{16EEF075-F416-4F1F-B45A-DA192B3F4711}" type="presOf" srcId="{D6D2210D-F262-4BDB-AD60-1E92B00C5940}" destId="{8DA08418-7D67-4254-BE56-3DFEECD02D37}" srcOrd="0" destOrd="0" presId="urn:microsoft.com/office/officeart/2005/8/layout/hierarchy3"/>
    <dgm:cxn modelId="{D9F5AC56-48FB-4316-AC4C-29F96C005C5A}" type="presOf" srcId="{734A16E9-AF01-4479-9396-84D280DC6EC0}" destId="{41E0D51D-5410-48FD-AB54-D92B2754CC3E}" srcOrd="0" destOrd="0" presId="urn:microsoft.com/office/officeart/2005/8/layout/hierarchy3"/>
    <dgm:cxn modelId="{32BA8F79-9878-449F-A7BD-C2F1D2889E2A}" srcId="{1270CDCF-C8F1-452F-B407-BF4971B689AC}" destId="{3ED78895-C5A9-4493-9A9C-C1D1707512D3}" srcOrd="1" destOrd="0" parTransId="{CAFE4F3D-FCE6-4E87-99E8-284403453A9E}" sibTransId="{45D68106-1054-4D08-853D-63D833AA8706}"/>
    <dgm:cxn modelId="{27242A5A-451A-4069-A05F-3530A29B8178}" srcId="{07CAFE43-B3C7-4D24-BF36-866B8091622B}" destId="{51815EFC-E080-4F24-8B9C-1631B35B6E25}" srcOrd="1" destOrd="0" parTransId="{BBF6D3E0-EB3E-4E7E-BC7B-7B380B2EAA03}" sibTransId="{1A58189D-CB97-4536-878A-C7EC13464E16}"/>
    <dgm:cxn modelId="{6E5B997A-AEC4-4C57-89BE-9CCD07F2662B}" srcId="{1270CDCF-C8F1-452F-B407-BF4971B689AC}" destId="{56BA3A84-5D97-4AAF-9689-2F38B4851C28}" srcOrd="0" destOrd="0" parTransId="{1E6BC1E5-CEB8-4A33-A0C7-3A537224FB97}" sibTransId="{8990DD7C-3350-42B2-879D-CBAA699508B6}"/>
    <dgm:cxn modelId="{5BDA6F7C-1D10-48D5-9BD6-F85106F6A6AA}" type="presOf" srcId="{439F886C-7F32-4160-8CFF-4F666162A4EA}" destId="{AD3DC355-D505-4ECD-BE8E-018052AE2425}" srcOrd="0" destOrd="0" presId="urn:microsoft.com/office/officeart/2005/8/layout/hierarchy3"/>
    <dgm:cxn modelId="{F058C381-BD24-43D8-8301-E638AD8B5CD0}" srcId="{56BA3A84-5D97-4AAF-9689-2F38B4851C28}" destId="{5DE2D5F5-0AAD-4F74-ACE6-0F0003110A45}" srcOrd="4" destOrd="0" parTransId="{439F886C-7F32-4160-8CFF-4F666162A4EA}" sibTransId="{3EAB41DF-C8CF-4030-9D83-0636A88ADC66}"/>
    <dgm:cxn modelId="{03E63385-C687-48D7-A701-BCA00D7E9E4D}" type="presOf" srcId="{56BA3A84-5D97-4AAF-9689-2F38B4851C28}" destId="{6AED7E47-FD6E-4C51-BA05-685A077A0229}" srcOrd="1" destOrd="0" presId="urn:microsoft.com/office/officeart/2005/8/layout/hierarchy3"/>
    <dgm:cxn modelId="{35947689-0E92-4778-943E-C6EEF4319ACC}" srcId="{DE230E44-89FC-43CB-90AB-83A994F0FF1A}" destId="{BCB7D9DF-4EB0-4DE1-AF58-2D217CECDA89}" srcOrd="1" destOrd="0" parTransId="{B26EFD54-E1F4-474D-BC31-52FB37A00F24}" sibTransId="{FED25587-994F-480A-9AC9-AA6318A19AAD}"/>
    <dgm:cxn modelId="{96F8FA90-15B0-40A9-A6C9-EC1450555C5D}" srcId="{56BA3A84-5D97-4AAF-9689-2F38B4851C28}" destId="{D5E22F03-ED09-4B22-B3F7-8BC03AA19A29}" srcOrd="3" destOrd="0" parTransId="{874EB5AB-D4EA-48E3-AC1A-31584024D8FD}" sibTransId="{7E8FDC33-5E6F-4576-BDC5-8A8DF197FDF8}"/>
    <dgm:cxn modelId="{BE32E595-B96A-4605-833E-A60A79D9D705}" srcId="{3ED78895-C5A9-4493-9A9C-C1D1707512D3}" destId="{601E601A-0D54-430B-BAD1-353785F35607}" srcOrd="0" destOrd="0" parTransId="{04FE55E9-83FF-4CE6-B4BA-A51F7BCA7576}" sibTransId="{332E661A-1B30-43C6-95DA-1744837086CB}"/>
    <dgm:cxn modelId="{C22B4C9B-6DEC-4574-9242-048D894E2DFF}" type="presOf" srcId="{BBF6D3E0-EB3E-4E7E-BC7B-7B380B2EAA03}" destId="{FAD13454-1EF5-4DD5-B89F-DDBED3E102C1}" srcOrd="0" destOrd="0" presId="urn:microsoft.com/office/officeart/2005/8/layout/hierarchy3"/>
    <dgm:cxn modelId="{1657179F-5A01-4A25-88DB-F42B175B20A4}" type="presOf" srcId="{C9BC5F31-FA29-4AF6-99F9-2E84BF49533F}" destId="{484409D2-5723-4ED0-B0CD-261EE24E0445}" srcOrd="0" destOrd="0" presId="urn:microsoft.com/office/officeart/2005/8/layout/hierarchy3"/>
    <dgm:cxn modelId="{B4B211A2-4EC9-4A81-82CE-A0D41E772AD8}" type="presOf" srcId="{0F730BB3-6C16-46F7-AC76-7AD8E7A84749}" destId="{9EEFF508-0572-4DCB-9E18-5AB05F7798D0}" srcOrd="0" destOrd="0" presId="urn:microsoft.com/office/officeart/2005/8/layout/hierarchy3"/>
    <dgm:cxn modelId="{CA3BC5A3-7FD4-4FB4-B752-7461DF767F82}" type="presOf" srcId="{76FB361F-2153-4DFC-B242-C435A529AA2F}" destId="{5DF4AD6A-2B39-4EF8-9AAD-09B16E391BC8}" srcOrd="0" destOrd="0" presId="urn:microsoft.com/office/officeart/2005/8/layout/hierarchy3"/>
    <dgm:cxn modelId="{6F1566A7-56D7-444D-8D5F-019001A94CC7}" type="presOf" srcId="{DE230E44-89FC-43CB-90AB-83A994F0FF1A}" destId="{22E6E759-701F-4532-A1B6-32E29349BEFD}" srcOrd="0" destOrd="0" presId="urn:microsoft.com/office/officeart/2005/8/layout/hierarchy3"/>
    <dgm:cxn modelId="{99B9A3A7-D9A8-48A3-98E9-4F97A5696A73}" type="presOf" srcId="{3ED78895-C5A9-4493-9A9C-C1D1707512D3}" destId="{C4483FE2-0966-40ED-9096-BB7468789C8B}" srcOrd="0" destOrd="0" presId="urn:microsoft.com/office/officeart/2005/8/layout/hierarchy3"/>
    <dgm:cxn modelId="{FF80F4A8-A677-4762-82E1-C1C272D03A78}" type="presOf" srcId="{E8BD1F16-D53B-499D-BD01-1898D3CA9119}" destId="{EECEEB2D-39F1-4A7F-B8C7-7FC593EA843C}" srcOrd="0" destOrd="0" presId="urn:microsoft.com/office/officeart/2005/8/layout/hierarchy3"/>
    <dgm:cxn modelId="{066CD8AA-C653-422A-B896-4CEC2C7846D7}" type="presOf" srcId="{07CAFE43-B3C7-4D24-BF36-866B8091622B}" destId="{AAD27830-BBD4-4774-A8A9-8BAD4BD40468}" srcOrd="0" destOrd="0" presId="urn:microsoft.com/office/officeart/2005/8/layout/hierarchy3"/>
    <dgm:cxn modelId="{911106AE-4237-44C8-BBB9-ED1E9818194B}" type="presOf" srcId="{E2D5D424-BE59-41D5-911F-786FAD5510AF}" destId="{631A761A-2145-4FBA-A6AC-4BC12B79A996}" srcOrd="0" destOrd="0" presId="urn:microsoft.com/office/officeart/2005/8/layout/hierarchy3"/>
    <dgm:cxn modelId="{59DA91B2-B5D2-4609-873A-F66629728924}" srcId="{DE230E44-89FC-43CB-90AB-83A994F0FF1A}" destId="{533C15D8-E4A3-4230-83F5-A5EA98589625}" srcOrd="0" destOrd="0" parTransId="{C9BC5F31-FA29-4AF6-99F9-2E84BF49533F}" sibTransId="{0ADD1E05-D1CF-4922-850F-1D1008ABDAF2}"/>
    <dgm:cxn modelId="{D430D3B5-E954-478F-B5BC-B4B9FBA16ED7}" type="presOf" srcId="{B26EFD54-E1F4-474D-BC31-52FB37A00F24}" destId="{B0DF3532-C62F-4A92-A9DD-545887054DDA}" srcOrd="0" destOrd="0" presId="urn:microsoft.com/office/officeart/2005/8/layout/hierarchy3"/>
    <dgm:cxn modelId="{69CE14BE-BF22-4BC9-AE36-56C72638CCC0}" srcId="{56BA3A84-5D97-4AAF-9689-2F38B4851C28}" destId="{D6D2210D-F262-4BDB-AD60-1E92B00C5940}" srcOrd="0" destOrd="0" parTransId="{0F730BB3-6C16-46F7-AC76-7AD8E7A84749}" sibTransId="{C59572D2-815E-4107-A2BF-5F5AFBD933DC}"/>
    <dgm:cxn modelId="{350761BE-18A8-44F7-8478-358F3A53ACE0}" type="presOf" srcId="{D5E22F03-ED09-4B22-B3F7-8BC03AA19A29}" destId="{95A7DDDE-6A0E-4319-9E9B-3B24F8C0F6B4}" srcOrd="0" destOrd="0" presId="urn:microsoft.com/office/officeart/2005/8/layout/hierarchy3"/>
    <dgm:cxn modelId="{C80B58C1-6E29-4D25-A819-C86BDF076E7D}" srcId="{8FFD6F68-40BC-48ED-BBA5-B2ACC16DA5D7}" destId="{76FB361F-2153-4DFC-B242-C435A529AA2F}" srcOrd="2" destOrd="0" parTransId="{06A84E68-D87B-4771-A770-65FD0C571650}" sibTransId="{E0DE4188-372D-4FCA-B1BD-78D9F216C7B1}"/>
    <dgm:cxn modelId="{A87C3ACF-B428-4B02-BEFA-9BC37B7D4866}" type="presOf" srcId="{601E601A-0D54-430B-BAD1-353785F35607}" destId="{1A32317E-4C56-42AC-BF74-AC3E158A29BD}" srcOrd="0" destOrd="0" presId="urn:microsoft.com/office/officeart/2005/8/layout/hierarchy3"/>
    <dgm:cxn modelId="{978BE3D6-04BA-4188-A88F-F73AFA82D062}" type="presOf" srcId="{0D37B2A3-6B52-4D17-B5CE-B1B2C1F8887F}" destId="{C0A9FCC4-1B6C-4EFD-B028-4B1BB9D627CC}" srcOrd="0" destOrd="0" presId="urn:microsoft.com/office/officeart/2005/8/layout/hierarchy3"/>
    <dgm:cxn modelId="{969BA4D8-A0E4-435F-AE67-EFC524FA866F}" srcId="{1270CDCF-C8F1-452F-B407-BF4971B689AC}" destId="{07CAFE43-B3C7-4D24-BF36-866B8091622B}" srcOrd="4" destOrd="0" parTransId="{0081B327-DA62-438B-BC53-DDF6B595A733}" sibTransId="{56ABBF25-20D6-46AA-80BF-DDC8AE440356}"/>
    <dgm:cxn modelId="{81CDFAE2-4A27-4D88-A57F-B9731FCD6F54}" type="presOf" srcId="{78CF4CDC-9F57-4A80-9166-A58D8A4901BD}" destId="{88EC7F77-B85D-480E-89CA-7A4B6B45F6C3}" srcOrd="0" destOrd="0" presId="urn:microsoft.com/office/officeart/2005/8/layout/hierarchy3"/>
    <dgm:cxn modelId="{802540E4-0B0F-46C6-A17A-88493596E7C9}" type="presOf" srcId="{BCB7D9DF-4EB0-4DE1-AF58-2D217CECDA89}" destId="{0C0DCA63-371C-400F-9AA1-D07669EB5E5B}" srcOrd="0" destOrd="0" presId="urn:microsoft.com/office/officeart/2005/8/layout/hierarchy3"/>
    <dgm:cxn modelId="{4102F6EC-77EE-4FEE-881E-F0853A905998}" type="presOf" srcId="{30CCDD2A-873E-49FC-9CA4-A3F2FAFCA3F0}" destId="{BDAEA6F9-8711-4056-A0E3-619F6B5070AC}" srcOrd="0" destOrd="0" presId="urn:microsoft.com/office/officeart/2005/8/layout/hierarchy3"/>
    <dgm:cxn modelId="{74B50DEE-745F-446B-AA25-A199F6FA4607}" type="presOf" srcId="{874EB5AB-D4EA-48E3-AC1A-31584024D8FD}" destId="{D35B643E-5FEC-4549-BDD5-BB532B947389}" srcOrd="0" destOrd="0" presId="urn:microsoft.com/office/officeart/2005/8/layout/hierarchy3"/>
    <dgm:cxn modelId="{2B5CF3F9-F0CD-4B59-BAAF-CAE1F724E844}" type="presOf" srcId="{56BA3A84-5D97-4AAF-9689-2F38B4851C28}" destId="{AFC1C23D-29FA-44D6-861E-B49E86387DFC}" srcOrd="0" destOrd="0" presId="urn:microsoft.com/office/officeart/2005/8/layout/hierarchy3"/>
    <dgm:cxn modelId="{F43928FC-06AB-4757-88C5-A44541B53E05}" srcId="{8FFD6F68-40BC-48ED-BBA5-B2ACC16DA5D7}" destId="{1EB60441-B74C-4FE6-B257-BB0F3974464B}" srcOrd="0" destOrd="0" parTransId="{E2D5D424-BE59-41D5-911F-786FAD5510AF}" sibTransId="{393425AF-6E83-4A79-A407-0D917897A11C}"/>
    <dgm:cxn modelId="{E7D24FFF-E7A1-46DD-9271-9E1EDA8F3A93}" type="presOf" srcId="{6B39B567-016D-4A17-B5EF-9F60EC8E478D}" destId="{0123298C-6895-4702-81DE-C10FA67909D0}" srcOrd="0" destOrd="0" presId="urn:microsoft.com/office/officeart/2005/8/layout/hierarchy3"/>
    <dgm:cxn modelId="{DFEA77FF-0C05-483A-A1E8-140458949758}" type="presOf" srcId="{F2661956-0C02-459B-BFE4-385F976BDAF1}" destId="{F3CF2959-B5A4-43F3-BBD8-3488ED9776D8}" srcOrd="0" destOrd="0" presId="urn:microsoft.com/office/officeart/2005/8/layout/hierarchy3"/>
    <dgm:cxn modelId="{BDD28D2F-4AAA-45E7-BDD7-04A7B0F4DF45}" type="presParOf" srcId="{ED3E1FA6-165E-4BBC-9ABB-01ED2CB56645}" destId="{9CFA8051-21BF-44FC-B272-81BEF206D94F}" srcOrd="0" destOrd="0" presId="urn:microsoft.com/office/officeart/2005/8/layout/hierarchy3"/>
    <dgm:cxn modelId="{ED140D1E-B784-49C0-AC43-02C81CBADE30}" type="presParOf" srcId="{9CFA8051-21BF-44FC-B272-81BEF206D94F}" destId="{37DD918D-F45B-4353-A024-694E6974C250}" srcOrd="0" destOrd="0" presId="urn:microsoft.com/office/officeart/2005/8/layout/hierarchy3"/>
    <dgm:cxn modelId="{4DB5A1AB-0F3A-4ABE-A8B6-48D395C2E53D}" type="presParOf" srcId="{37DD918D-F45B-4353-A024-694E6974C250}" destId="{AFC1C23D-29FA-44D6-861E-B49E86387DFC}" srcOrd="0" destOrd="0" presId="urn:microsoft.com/office/officeart/2005/8/layout/hierarchy3"/>
    <dgm:cxn modelId="{FE6956BB-4281-49D4-B6F2-9E53DA8C9844}" type="presParOf" srcId="{37DD918D-F45B-4353-A024-694E6974C250}" destId="{6AED7E47-FD6E-4C51-BA05-685A077A0229}" srcOrd="1" destOrd="0" presId="urn:microsoft.com/office/officeart/2005/8/layout/hierarchy3"/>
    <dgm:cxn modelId="{CA033C38-A011-4690-A19B-D50D062172F6}" type="presParOf" srcId="{9CFA8051-21BF-44FC-B272-81BEF206D94F}" destId="{DC27A2C6-3399-4E16-B2FB-DA0321C357B1}" srcOrd="1" destOrd="0" presId="urn:microsoft.com/office/officeart/2005/8/layout/hierarchy3"/>
    <dgm:cxn modelId="{E0B929B5-0A0C-4782-97B4-F4ECA63C3177}" type="presParOf" srcId="{DC27A2C6-3399-4E16-B2FB-DA0321C357B1}" destId="{9EEFF508-0572-4DCB-9E18-5AB05F7798D0}" srcOrd="0" destOrd="0" presId="urn:microsoft.com/office/officeart/2005/8/layout/hierarchy3"/>
    <dgm:cxn modelId="{BF52156D-9E17-434E-B741-E6A67CCAA9C4}" type="presParOf" srcId="{DC27A2C6-3399-4E16-B2FB-DA0321C357B1}" destId="{8DA08418-7D67-4254-BE56-3DFEECD02D37}" srcOrd="1" destOrd="0" presId="urn:microsoft.com/office/officeart/2005/8/layout/hierarchy3"/>
    <dgm:cxn modelId="{DD152164-36FB-4557-A764-4AE785007A2C}" type="presParOf" srcId="{DC27A2C6-3399-4E16-B2FB-DA0321C357B1}" destId="{6646C946-C75F-45E1-B795-DB0AD0375329}" srcOrd="2" destOrd="0" presId="urn:microsoft.com/office/officeart/2005/8/layout/hierarchy3"/>
    <dgm:cxn modelId="{1884971D-C25A-4E12-9E88-49BAADAEC46E}" type="presParOf" srcId="{DC27A2C6-3399-4E16-B2FB-DA0321C357B1}" destId="{41E0D51D-5410-48FD-AB54-D92B2754CC3E}" srcOrd="3" destOrd="0" presId="urn:microsoft.com/office/officeart/2005/8/layout/hierarchy3"/>
    <dgm:cxn modelId="{9997C9FA-D32D-40BD-B0F4-703795D0A038}" type="presParOf" srcId="{DC27A2C6-3399-4E16-B2FB-DA0321C357B1}" destId="{C0A9FCC4-1B6C-4EFD-B028-4B1BB9D627CC}" srcOrd="4" destOrd="0" presId="urn:microsoft.com/office/officeart/2005/8/layout/hierarchy3"/>
    <dgm:cxn modelId="{1876EAB8-2A92-4964-BD76-B00C10E1AF33}" type="presParOf" srcId="{DC27A2C6-3399-4E16-B2FB-DA0321C357B1}" destId="{79958514-8BB5-4760-814C-A6D0C9F462E8}" srcOrd="5" destOrd="0" presId="urn:microsoft.com/office/officeart/2005/8/layout/hierarchy3"/>
    <dgm:cxn modelId="{E2076365-1C27-41E6-9AF7-C32AA6C10CCA}" type="presParOf" srcId="{DC27A2C6-3399-4E16-B2FB-DA0321C357B1}" destId="{D35B643E-5FEC-4549-BDD5-BB532B947389}" srcOrd="6" destOrd="0" presId="urn:microsoft.com/office/officeart/2005/8/layout/hierarchy3"/>
    <dgm:cxn modelId="{A8DC4046-2E26-4DEE-A9D1-38B7776D42F9}" type="presParOf" srcId="{DC27A2C6-3399-4E16-B2FB-DA0321C357B1}" destId="{95A7DDDE-6A0E-4319-9E9B-3B24F8C0F6B4}" srcOrd="7" destOrd="0" presId="urn:microsoft.com/office/officeart/2005/8/layout/hierarchy3"/>
    <dgm:cxn modelId="{1F86C0EA-A9C6-43F3-AE4E-E4EFAF969FC8}" type="presParOf" srcId="{DC27A2C6-3399-4E16-B2FB-DA0321C357B1}" destId="{AD3DC355-D505-4ECD-BE8E-018052AE2425}" srcOrd="8" destOrd="0" presId="urn:microsoft.com/office/officeart/2005/8/layout/hierarchy3"/>
    <dgm:cxn modelId="{13208AFF-524A-47E4-A10A-D4BEB0E171F5}" type="presParOf" srcId="{DC27A2C6-3399-4E16-B2FB-DA0321C357B1}" destId="{A9F2FA5A-F768-4DBF-B1BC-82F352C9883A}" srcOrd="9" destOrd="0" presId="urn:microsoft.com/office/officeart/2005/8/layout/hierarchy3"/>
    <dgm:cxn modelId="{59D63988-52F6-4488-A341-0E965B7821F2}" type="presParOf" srcId="{ED3E1FA6-165E-4BBC-9ABB-01ED2CB56645}" destId="{D3413F76-C549-42A1-9943-9A68F28B0AB3}" srcOrd="1" destOrd="0" presId="urn:microsoft.com/office/officeart/2005/8/layout/hierarchy3"/>
    <dgm:cxn modelId="{D01EF501-EB28-493B-BCB8-E4BE8D5FA983}" type="presParOf" srcId="{D3413F76-C549-42A1-9943-9A68F28B0AB3}" destId="{50AC9591-A33D-4479-9BDF-18F61F2D4292}" srcOrd="0" destOrd="0" presId="urn:microsoft.com/office/officeart/2005/8/layout/hierarchy3"/>
    <dgm:cxn modelId="{E09E2FC5-F79B-4E72-B341-512C184881CB}" type="presParOf" srcId="{50AC9591-A33D-4479-9BDF-18F61F2D4292}" destId="{C4483FE2-0966-40ED-9096-BB7468789C8B}" srcOrd="0" destOrd="0" presId="urn:microsoft.com/office/officeart/2005/8/layout/hierarchy3"/>
    <dgm:cxn modelId="{67780ED8-65B1-43F9-BDAF-222297838394}" type="presParOf" srcId="{50AC9591-A33D-4479-9BDF-18F61F2D4292}" destId="{C1DD1056-825B-4C93-B877-193C63398335}" srcOrd="1" destOrd="0" presId="urn:microsoft.com/office/officeart/2005/8/layout/hierarchy3"/>
    <dgm:cxn modelId="{D548F2D4-6409-4601-8764-891FF195F3C8}" type="presParOf" srcId="{D3413F76-C549-42A1-9943-9A68F28B0AB3}" destId="{0A5EAC27-A9F1-48E6-8980-37867FCA4E8F}" srcOrd="1" destOrd="0" presId="urn:microsoft.com/office/officeart/2005/8/layout/hierarchy3"/>
    <dgm:cxn modelId="{4C10E0C8-00B0-422A-BA64-F0E726BF23D1}" type="presParOf" srcId="{0A5EAC27-A9F1-48E6-8980-37867FCA4E8F}" destId="{F065583C-B7F7-4286-A16D-CFAC8D84F496}" srcOrd="0" destOrd="0" presId="urn:microsoft.com/office/officeart/2005/8/layout/hierarchy3"/>
    <dgm:cxn modelId="{5F7A2708-3457-4030-9C3F-04C93514E8AA}" type="presParOf" srcId="{0A5EAC27-A9F1-48E6-8980-37867FCA4E8F}" destId="{1A32317E-4C56-42AC-BF74-AC3E158A29BD}" srcOrd="1" destOrd="0" presId="urn:microsoft.com/office/officeart/2005/8/layout/hierarchy3"/>
    <dgm:cxn modelId="{98FC5A57-F900-414C-9C90-EE034DFBEA18}" type="presParOf" srcId="{0A5EAC27-A9F1-48E6-8980-37867FCA4E8F}" destId="{CD22A4ED-15B4-4DD2-BAD0-B974E83269BF}" srcOrd="2" destOrd="0" presId="urn:microsoft.com/office/officeart/2005/8/layout/hierarchy3"/>
    <dgm:cxn modelId="{67FC8AC9-73E6-441E-938C-AFF81AED538C}" type="presParOf" srcId="{0A5EAC27-A9F1-48E6-8980-37867FCA4E8F}" destId="{F3CF2959-B5A4-43F3-BBD8-3488ED9776D8}" srcOrd="3" destOrd="0" presId="urn:microsoft.com/office/officeart/2005/8/layout/hierarchy3"/>
    <dgm:cxn modelId="{5B4EA97C-F2EE-47B3-8349-1984BDC1D6DA}" type="presParOf" srcId="{ED3E1FA6-165E-4BBC-9ABB-01ED2CB56645}" destId="{7B724BA5-7BC5-489F-832E-90EED8993912}" srcOrd="2" destOrd="0" presId="urn:microsoft.com/office/officeart/2005/8/layout/hierarchy3"/>
    <dgm:cxn modelId="{B3447BF8-945F-406E-83C9-3B0F5D139319}" type="presParOf" srcId="{7B724BA5-7BC5-489F-832E-90EED8993912}" destId="{3E72F654-9864-4312-9629-591522CBC4A8}" srcOrd="0" destOrd="0" presId="urn:microsoft.com/office/officeart/2005/8/layout/hierarchy3"/>
    <dgm:cxn modelId="{3AC449A4-0839-4E11-8CC7-6C88407044BD}" type="presParOf" srcId="{3E72F654-9864-4312-9629-591522CBC4A8}" destId="{00295832-91D6-4514-923F-3B05954F4996}" srcOrd="0" destOrd="0" presId="urn:microsoft.com/office/officeart/2005/8/layout/hierarchy3"/>
    <dgm:cxn modelId="{103E8B6C-9983-4EF6-A454-CF24A69E034B}" type="presParOf" srcId="{3E72F654-9864-4312-9629-591522CBC4A8}" destId="{FD4F99AD-224E-43F3-A44C-01CDDFF162FA}" srcOrd="1" destOrd="0" presId="urn:microsoft.com/office/officeart/2005/8/layout/hierarchy3"/>
    <dgm:cxn modelId="{D267C65C-686E-45F8-A922-3AF542DE9E42}" type="presParOf" srcId="{7B724BA5-7BC5-489F-832E-90EED8993912}" destId="{DC3F6C9A-8CD0-4E35-8E59-583682248D91}" srcOrd="1" destOrd="0" presId="urn:microsoft.com/office/officeart/2005/8/layout/hierarchy3"/>
    <dgm:cxn modelId="{5FFD098E-5E83-466C-8B52-F30A385DCEE7}" type="presParOf" srcId="{DC3F6C9A-8CD0-4E35-8E59-583682248D91}" destId="{631A761A-2145-4FBA-A6AC-4BC12B79A996}" srcOrd="0" destOrd="0" presId="urn:microsoft.com/office/officeart/2005/8/layout/hierarchy3"/>
    <dgm:cxn modelId="{D0A56249-0D13-445E-8CB7-69550ECB88AC}" type="presParOf" srcId="{DC3F6C9A-8CD0-4E35-8E59-583682248D91}" destId="{C3D65B18-263E-49CE-AC31-961BCAB98C5F}" srcOrd="1" destOrd="0" presId="urn:microsoft.com/office/officeart/2005/8/layout/hierarchy3"/>
    <dgm:cxn modelId="{A8470263-F2A1-449B-B5A5-3F6BACA580BB}" type="presParOf" srcId="{DC3F6C9A-8CD0-4E35-8E59-583682248D91}" destId="{EECEEB2D-39F1-4A7F-B8C7-7FC593EA843C}" srcOrd="2" destOrd="0" presId="urn:microsoft.com/office/officeart/2005/8/layout/hierarchy3"/>
    <dgm:cxn modelId="{AAFACFDC-B281-488A-B134-1F83C3474D3B}" type="presParOf" srcId="{DC3F6C9A-8CD0-4E35-8E59-583682248D91}" destId="{BDAEA6F9-8711-4056-A0E3-619F6B5070AC}" srcOrd="3" destOrd="0" presId="urn:microsoft.com/office/officeart/2005/8/layout/hierarchy3"/>
    <dgm:cxn modelId="{565EF014-9EDF-414C-B9F6-BABD8E60D008}" type="presParOf" srcId="{DC3F6C9A-8CD0-4E35-8E59-583682248D91}" destId="{B777E350-91F9-492C-8380-E6130591F62A}" srcOrd="4" destOrd="0" presId="urn:microsoft.com/office/officeart/2005/8/layout/hierarchy3"/>
    <dgm:cxn modelId="{528C8038-204D-4796-924E-95B2968E7E35}" type="presParOf" srcId="{DC3F6C9A-8CD0-4E35-8E59-583682248D91}" destId="{5DF4AD6A-2B39-4EF8-9AAD-09B16E391BC8}" srcOrd="5" destOrd="0" presId="urn:microsoft.com/office/officeart/2005/8/layout/hierarchy3"/>
    <dgm:cxn modelId="{687253FD-7066-4B70-9B6C-2231D65B0FD9}" type="presParOf" srcId="{ED3E1FA6-165E-4BBC-9ABB-01ED2CB56645}" destId="{84185310-F702-4CD8-9DB2-662132038ADC}" srcOrd="3" destOrd="0" presId="urn:microsoft.com/office/officeart/2005/8/layout/hierarchy3"/>
    <dgm:cxn modelId="{D4123D7E-1A11-4637-9781-2E89F71E9614}" type="presParOf" srcId="{84185310-F702-4CD8-9DB2-662132038ADC}" destId="{63897827-B4AC-4772-91C1-159FAAA323BD}" srcOrd="0" destOrd="0" presId="urn:microsoft.com/office/officeart/2005/8/layout/hierarchy3"/>
    <dgm:cxn modelId="{8D5E4B0C-90DA-4421-91ED-3728605C4010}" type="presParOf" srcId="{63897827-B4AC-4772-91C1-159FAAA323BD}" destId="{22E6E759-701F-4532-A1B6-32E29349BEFD}" srcOrd="0" destOrd="0" presId="urn:microsoft.com/office/officeart/2005/8/layout/hierarchy3"/>
    <dgm:cxn modelId="{A45965F7-446E-42D2-92AE-9E4DEBD75309}" type="presParOf" srcId="{63897827-B4AC-4772-91C1-159FAAA323BD}" destId="{07E29ADA-A932-406B-83F3-F2F4DCB9420A}" srcOrd="1" destOrd="0" presId="urn:microsoft.com/office/officeart/2005/8/layout/hierarchy3"/>
    <dgm:cxn modelId="{7AF33EA5-C7F7-46B4-887B-092424D9DB20}" type="presParOf" srcId="{84185310-F702-4CD8-9DB2-662132038ADC}" destId="{E9C9D2D0-FBE6-4774-9470-EB066AB3DCB3}" srcOrd="1" destOrd="0" presId="urn:microsoft.com/office/officeart/2005/8/layout/hierarchy3"/>
    <dgm:cxn modelId="{EC022755-5296-4804-A322-5589C69963B8}" type="presParOf" srcId="{E9C9D2D0-FBE6-4774-9470-EB066AB3DCB3}" destId="{484409D2-5723-4ED0-B0CD-261EE24E0445}" srcOrd="0" destOrd="0" presId="urn:microsoft.com/office/officeart/2005/8/layout/hierarchy3"/>
    <dgm:cxn modelId="{F3CB1D49-7633-4009-8BAB-2C22117CDB12}" type="presParOf" srcId="{E9C9D2D0-FBE6-4774-9470-EB066AB3DCB3}" destId="{42C96A8C-49D8-4795-87C5-3496BB8B0F91}" srcOrd="1" destOrd="0" presId="urn:microsoft.com/office/officeart/2005/8/layout/hierarchy3"/>
    <dgm:cxn modelId="{D432103A-4086-46C9-B0DB-53B01A0E0993}" type="presParOf" srcId="{E9C9D2D0-FBE6-4774-9470-EB066AB3DCB3}" destId="{B0DF3532-C62F-4A92-A9DD-545887054DDA}" srcOrd="2" destOrd="0" presId="urn:microsoft.com/office/officeart/2005/8/layout/hierarchy3"/>
    <dgm:cxn modelId="{BD06D00B-EC52-441E-A23D-22A86B079DAB}" type="presParOf" srcId="{E9C9D2D0-FBE6-4774-9470-EB066AB3DCB3}" destId="{0C0DCA63-371C-400F-9AA1-D07669EB5E5B}" srcOrd="3" destOrd="0" presId="urn:microsoft.com/office/officeart/2005/8/layout/hierarchy3"/>
    <dgm:cxn modelId="{89388ED0-D485-4F55-A24F-2DF9932D070B}" type="presParOf" srcId="{ED3E1FA6-165E-4BBC-9ABB-01ED2CB56645}" destId="{C7253DF6-FD31-4BE3-B51A-425CB39509E9}" srcOrd="4" destOrd="0" presId="urn:microsoft.com/office/officeart/2005/8/layout/hierarchy3"/>
    <dgm:cxn modelId="{B0D5BACE-9E82-4987-BC5A-DC5178A3DE17}" type="presParOf" srcId="{C7253DF6-FD31-4BE3-B51A-425CB39509E9}" destId="{33035462-8B28-48E6-AEA1-BFAE1F969D5D}" srcOrd="0" destOrd="0" presId="urn:microsoft.com/office/officeart/2005/8/layout/hierarchy3"/>
    <dgm:cxn modelId="{ABDF9530-C3D0-4275-AF6F-32DF9A539FE4}" type="presParOf" srcId="{33035462-8B28-48E6-AEA1-BFAE1F969D5D}" destId="{AAD27830-BBD4-4774-A8A9-8BAD4BD40468}" srcOrd="0" destOrd="0" presId="urn:microsoft.com/office/officeart/2005/8/layout/hierarchy3"/>
    <dgm:cxn modelId="{BCF9B8CB-AD50-44AC-9F1F-1B182B6A4627}" type="presParOf" srcId="{33035462-8B28-48E6-AEA1-BFAE1F969D5D}" destId="{0BFAB7A9-1384-4EB4-ACA9-CFE305C7C3B2}" srcOrd="1" destOrd="0" presId="urn:microsoft.com/office/officeart/2005/8/layout/hierarchy3"/>
    <dgm:cxn modelId="{492B6B4E-DAAA-43B9-A19C-ADA02816A798}" type="presParOf" srcId="{C7253DF6-FD31-4BE3-B51A-425CB39509E9}" destId="{1673B6F0-12FF-438D-9280-E7C57252D1EC}" srcOrd="1" destOrd="0" presId="urn:microsoft.com/office/officeart/2005/8/layout/hierarchy3"/>
    <dgm:cxn modelId="{C5907313-D66D-4860-AADF-4BF0A0A1C483}" type="presParOf" srcId="{1673B6F0-12FF-438D-9280-E7C57252D1EC}" destId="{0123298C-6895-4702-81DE-C10FA67909D0}" srcOrd="0" destOrd="0" presId="urn:microsoft.com/office/officeart/2005/8/layout/hierarchy3"/>
    <dgm:cxn modelId="{4F190B09-BC1F-4C66-8768-6A47227843CC}" type="presParOf" srcId="{1673B6F0-12FF-438D-9280-E7C57252D1EC}" destId="{88EC7F77-B85D-480E-89CA-7A4B6B45F6C3}" srcOrd="1" destOrd="0" presId="urn:microsoft.com/office/officeart/2005/8/layout/hierarchy3"/>
    <dgm:cxn modelId="{5BC39A07-2323-48AD-B6F5-BBDD1E43AE9B}" type="presParOf" srcId="{1673B6F0-12FF-438D-9280-E7C57252D1EC}" destId="{FAD13454-1EF5-4DD5-B89F-DDBED3E102C1}" srcOrd="2" destOrd="0" presId="urn:microsoft.com/office/officeart/2005/8/layout/hierarchy3"/>
    <dgm:cxn modelId="{04C6EDB2-E534-40EE-922F-C31AF2FD4BE7}" type="presParOf" srcId="{1673B6F0-12FF-438D-9280-E7C57252D1EC}" destId="{CB6729A7-A7BF-4A20-8949-210E622D61D4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1779A9-908A-4F5F-80F0-2E369D43D21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625CBED-D0A2-48CC-B613-DE64116680BF}">
      <dgm:prSet/>
      <dgm:spPr/>
      <dgm:t>
        <a:bodyPr/>
        <a:lstStyle/>
        <a:p>
          <a:r>
            <a:rPr lang="es-CR" dirty="0" err="1"/>
            <a:t>Three</a:t>
          </a:r>
          <a:r>
            <a:rPr lang="es-CR" dirty="0"/>
            <a:t> </a:t>
          </a:r>
          <a:r>
            <a:rPr lang="es-CR" dirty="0" err="1"/>
            <a:t>main</a:t>
          </a:r>
          <a:r>
            <a:rPr lang="es-CR" dirty="0"/>
            <a:t> </a:t>
          </a:r>
          <a:r>
            <a:rPr lang="es-CR" dirty="0" err="1"/>
            <a:t>categories</a:t>
          </a:r>
          <a:r>
            <a:rPr lang="es-CR" dirty="0"/>
            <a:t> are: </a:t>
          </a:r>
          <a:endParaRPr lang="en-US" dirty="0"/>
        </a:p>
      </dgm:t>
    </dgm:pt>
    <dgm:pt modelId="{6BAFCF79-8166-4F5C-B5A9-4150338E10B1}" type="parTrans" cxnId="{E78C6724-B770-48E9-A7EC-6C6593624D10}">
      <dgm:prSet/>
      <dgm:spPr/>
      <dgm:t>
        <a:bodyPr/>
        <a:lstStyle/>
        <a:p>
          <a:endParaRPr lang="en-US"/>
        </a:p>
      </dgm:t>
    </dgm:pt>
    <dgm:pt modelId="{B0ABDB7A-54CD-454D-A056-E5CDB54BD695}" type="sibTrans" cxnId="{E78C6724-B770-48E9-A7EC-6C6593624D10}">
      <dgm:prSet/>
      <dgm:spPr/>
      <dgm:t>
        <a:bodyPr/>
        <a:lstStyle/>
        <a:p>
          <a:endParaRPr lang="en-US"/>
        </a:p>
      </dgm:t>
    </dgm:pt>
    <dgm:pt modelId="{B63D8CC3-AC7B-4E97-A852-2ED93BEC0D52}">
      <dgm:prSet/>
      <dgm:spPr/>
      <dgm:t>
        <a:bodyPr/>
        <a:lstStyle/>
        <a:p>
          <a:r>
            <a:rPr lang="es-CR" dirty="0" err="1"/>
            <a:t>Married</a:t>
          </a:r>
          <a:r>
            <a:rPr lang="es-CR" dirty="0"/>
            <a:t> (80%)</a:t>
          </a:r>
          <a:endParaRPr lang="en-US" dirty="0"/>
        </a:p>
      </dgm:t>
    </dgm:pt>
    <dgm:pt modelId="{13B5BFAB-E76C-4B15-AFD2-F1D0EA3A2CF8}" type="parTrans" cxnId="{BF0C6589-F31C-43AF-8AC7-AFE5BB82AF93}">
      <dgm:prSet/>
      <dgm:spPr/>
      <dgm:t>
        <a:bodyPr/>
        <a:lstStyle/>
        <a:p>
          <a:endParaRPr lang="en-US"/>
        </a:p>
      </dgm:t>
    </dgm:pt>
    <dgm:pt modelId="{84309DC2-DD32-4902-8542-D99D2E944011}" type="sibTrans" cxnId="{BF0C6589-F31C-43AF-8AC7-AFE5BB82AF93}">
      <dgm:prSet/>
      <dgm:spPr/>
      <dgm:t>
        <a:bodyPr/>
        <a:lstStyle/>
        <a:p>
          <a:endParaRPr lang="en-US"/>
        </a:p>
      </dgm:t>
    </dgm:pt>
    <dgm:pt modelId="{8559C977-BC30-4F1C-BA9B-055B605BC955}">
      <dgm:prSet/>
      <dgm:spPr/>
      <dgm:t>
        <a:bodyPr/>
        <a:lstStyle/>
        <a:p>
          <a:r>
            <a:rPr lang="es-CR" dirty="0" err="1"/>
            <a:t>Never</a:t>
          </a:r>
          <a:r>
            <a:rPr lang="es-CR" dirty="0"/>
            <a:t> </a:t>
          </a:r>
          <a:r>
            <a:rPr lang="es-CR" dirty="0" err="1"/>
            <a:t>married</a:t>
          </a:r>
          <a:r>
            <a:rPr lang="es-CR" dirty="0"/>
            <a:t> (</a:t>
          </a:r>
          <a:r>
            <a:rPr lang="es-CR" dirty="0" err="1"/>
            <a:t>with</a:t>
          </a:r>
          <a:r>
            <a:rPr lang="es-CR" dirty="0"/>
            <a:t> </a:t>
          </a:r>
          <a:r>
            <a:rPr lang="es-CR" dirty="0" err="1"/>
            <a:t>child</a:t>
          </a:r>
          <a:r>
            <a:rPr lang="es-CR" dirty="0"/>
            <a:t>) (9%)</a:t>
          </a:r>
          <a:endParaRPr lang="en-US" dirty="0"/>
        </a:p>
      </dgm:t>
    </dgm:pt>
    <dgm:pt modelId="{8F2DF312-2DE2-43B8-98CB-02E06C58890E}" type="parTrans" cxnId="{29EA6616-392F-4625-B150-E884CA2DF26B}">
      <dgm:prSet/>
      <dgm:spPr/>
      <dgm:t>
        <a:bodyPr/>
        <a:lstStyle/>
        <a:p>
          <a:endParaRPr lang="en-US"/>
        </a:p>
      </dgm:t>
    </dgm:pt>
    <dgm:pt modelId="{1AA7BD1F-B47D-44A2-B6A0-AF18C5621F25}" type="sibTrans" cxnId="{29EA6616-392F-4625-B150-E884CA2DF26B}">
      <dgm:prSet/>
      <dgm:spPr/>
      <dgm:t>
        <a:bodyPr/>
        <a:lstStyle/>
        <a:p>
          <a:endParaRPr lang="en-US"/>
        </a:p>
      </dgm:t>
    </dgm:pt>
    <dgm:pt modelId="{013B9214-1002-4CDE-BB92-BC2917D528F3}">
      <dgm:prSet/>
      <dgm:spPr/>
      <dgm:t>
        <a:bodyPr/>
        <a:lstStyle/>
        <a:p>
          <a:r>
            <a:rPr lang="es-CR" dirty="0" err="1"/>
            <a:t>Divorced</a:t>
          </a:r>
          <a:r>
            <a:rPr lang="es-CR" dirty="0"/>
            <a:t> (8%) </a:t>
          </a:r>
          <a:endParaRPr lang="en-US" dirty="0"/>
        </a:p>
      </dgm:t>
    </dgm:pt>
    <dgm:pt modelId="{4EA4C1EB-DDA6-4546-A5F0-09BD9942CAD4}" type="parTrans" cxnId="{3A187472-5480-4348-9076-278A5D96B8A9}">
      <dgm:prSet/>
      <dgm:spPr/>
      <dgm:t>
        <a:bodyPr/>
        <a:lstStyle/>
        <a:p>
          <a:endParaRPr lang="en-US"/>
        </a:p>
      </dgm:t>
    </dgm:pt>
    <dgm:pt modelId="{EA1C52E0-3B08-47FE-821F-8CEBE073A685}" type="sibTrans" cxnId="{3A187472-5480-4348-9076-278A5D96B8A9}">
      <dgm:prSet/>
      <dgm:spPr/>
      <dgm:t>
        <a:bodyPr/>
        <a:lstStyle/>
        <a:p>
          <a:endParaRPr lang="en-US"/>
        </a:p>
      </dgm:t>
    </dgm:pt>
    <dgm:pt modelId="{1637BB81-B8A7-4ABB-992B-11D6E10304ED}">
      <dgm:prSet/>
      <dgm:spPr/>
      <dgm:t>
        <a:bodyPr/>
        <a:lstStyle/>
        <a:p>
          <a:endParaRPr lang="en-US" dirty="0"/>
        </a:p>
      </dgm:t>
    </dgm:pt>
    <dgm:pt modelId="{542B461C-42E9-441A-9743-5519CACD0D95}" type="parTrans" cxnId="{FF670D16-8B71-4101-861F-52FA7A305D8A}">
      <dgm:prSet/>
      <dgm:spPr/>
      <dgm:t>
        <a:bodyPr/>
        <a:lstStyle/>
        <a:p>
          <a:endParaRPr lang="en-US"/>
        </a:p>
      </dgm:t>
    </dgm:pt>
    <dgm:pt modelId="{66C98E5E-CB12-45C6-9951-9B89E79748B3}" type="sibTrans" cxnId="{FF670D16-8B71-4101-861F-52FA7A305D8A}">
      <dgm:prSet/>
      <dgm:spPr/>
      <dgm:t>
        <a:bodyPr/>
        <a:lstStyle/>
        <a:p>
          <a:endParaRPr lang="en-US"/>
        </a:p>
      </dgm:t>
    </dgm:pt>
    <dgm:pt modelId="{41A12855-1226-452E-8636-725C2D29C79B}" type="pres">
      <dgm:prSet presAssocID="{E31779A9-908A-4F5F-80F0-2E369D43D21B}" presName="vert0" presStyleCnt="0">
        <dgm:presLayoutVars>
          <dgm:dir/>
          <dgm:animOne val="branch"/>
          <dgm:animLvl val="lvl"/>
        </dgm:presLayoutVars>
      </dgm:prSet>
      <dgm:spPr/>
    </dgm:pt>
    <dgm:pt modelId="{6C3035B4-B0A3-436B-8DBE-1BDA38A9BBF0}" type="pres">
      <dgm:prSet presAssocID="{5625CBED-D0A2-48CC-B613-DE64116680BF}" presName="thickLine" presStyleLbl="alignNode1" presStyleIdx="0" presStyleCnt="5"/>
      <dgm:spPr/>
    </dgm:pt>
    <dgm:pt modelId="{96998801-DAD1-4BA3-9D95-EE7C78E45F41}" type="pres">
      <dgm:prSet presAssocID="{5625CBED-D0A2-48CC-B613-DE64116680BF}" presName="horz1" presStyleCnt="0"/>
      <dgm:spPr/>
    </dgm:pt>
    <dgm:pt modelId="{35FC16D2-5BA9-4313-AFE6-4A8973578F80}" type="pres">
      <dgm:prSet presAssocID="{5625CBED-D0A2-48CC-B613-DE64116680BF}" presName="tx1" presStyleLbl="revTx" presStyleIdx="0" presStyleCnt="5"/>
      <dgm:spPr/>
    </dgm:pt>
    <dgm:pt modelId="{721F5B72-E0FD-4F75-9BD5-B0F70E2E052B}" type="pres">
      <dgm:prSet presAssocID="{5625CBED-D0A2-48CC-B613-DE64116680BF}" presName="vert1" presStyleCnt="0"/>
      <dgm:spPr/>
    </dgm:pt>
    <dgm:pt modelId="{F1FA06FB-B603-4EF6-8473-BB58A56CCEE4}" type="pres">
      <dgm:prSet presAssocID="{B63D8CC3-AC7B-4E97-A852-2ED93BEC0D52}" presName="thickLine" presStyleLbl="alignNode1" presStyleIdx="1" presStyleCnt="5"/>
      <dgm:spPr/>
    </dgm:pt>
    <dgm:pt modelId="{F47D9F04-C19C-45B8-A605-9E14B56156B9}" type="pres">
      <dgm:prSet presAssocID="{B63D8CC3-AC7B-4E97-A852-2ED93BEC0D52}" presName="horz1" presStyleCnt="0"/>
      <dgm:spPr/>
    </dgm:pt>
    <dgm:pt modelId="{F5161A7B-5C8B-4575-82D1-9DC2C153EC1C}" type="pres">
      <dgm:prSet presAssocID="{B63D8CC3-AC7B-4E97-A852-2ED93BEC0D52}" presName="tx1" presStyleLbl="revTx" presStyleIdx="1" presStyleCnt="5"/>
      <dgm:spPr/>
    </dgm:pt>
    <dgm:pt modelId="{B93D7F6E-640C-45DE-A71D-655F1EBEFA7F}" type="pres">
      <dgm:prSet presAssocID="{B63D8CC3-AC7B-4E97-A852-2ED93BEC0D52}" presName="vert1" presStyleCnt="0"/>
      <dgm:spPr/>
    </dgm:pt>
    <dgm:pt modelId="{D17F4E34-DCB8-48D5-AEEA-A0594438F808}" type="pres">
      <dgm:prSet presAssocID="{8559C977-BC30-4F1C-BA9B-055B605BC955}" presName="thickLine" presStyleLbl="alignNode1" presStyleIdx="2" presStyleCnt="5"/>
      <dgm:spPr/>
    </dgm:pt>
    <dgm:pt modelId="{036EAB19-DEE5-4B54-A485-072573ADDF4C}" type="pres">
      <dgm:prSet presAssocID="{8559C977-BC30-4F1C-BA9B-055B605BC955}" presName="horz1" presStyleCnt="0"/>
      <dgm:spPr/>
    </dgm:pt>
    <dgm:pt modelId="{3A23C9AB-3F31-4EA4-BC9F-C11B35E62639}" type="pres">
      <dgm:prSet presAssocID="{8559C977-BC30-4F1C-BA9B-055B605BC955}" presName="tx1" presStyleLbl="revTx" presStyleIdx="2" presStyleCnt="5"/>
      <dgm:spPr/>
    </dgm:pt>
    <dgm:pt modelId="{C54D8046-8FC6-41C8-990C-831509D0A7A3}" type="pres">
      <dgm:prSet presAssocID="{8559C977-BC30-4F1C-BA9B-055B605BC955}" presName="vert1" presStyleCnt="0"/>
      <dgm:spPr/>
    </dgm:pt>
    <dgm:pt modelId="{DE76CC0F-1DA5-4867-B7DA-F2DFC1614020}" type="pres">
      <dgm:prSet presAssocID="{013B9214-1002-4CDE-BB92-BC2917D528F3}" presName="thickLine" presStyleLbl="alignNode1" presStyleIdx="3" presStyleCnt="5"/>
      <dgm:spPr/>
    </dgm:pt>
    <dgm:pt modelId="{1C30FAFE-5071-4133-B729-A12639D297E7}" type="pres">
      <dgm:prSet presAssocID="{013B9214-1002-4CDE-BB92-BC2917D528F3}" presName="horz1" presStyleCnt="0"/>
      <dgm:spPr/>
    </dgm:pt>
    <dgm:pt modelId="{3997FB72-E2AE-488C-9A62-0D7EA2EECE95}" type="pres">
      <dgm:prSet presAssocID="{013B9214-1002-4CDE-BB92-BC2917D528F3}" presName="tx1" presStyleLbl="revTx" presStyleIdx="3" presStyleCnt="5"/>
      <dgm:spPr/>
    </dgm:pt>
    <dgm:pt modelId="{92F5DE12-D799-4F37-B13E-ABB6BEC25B7D}" type="pres">
      <dgm:prSet presAssocID="{013B9214-1002-4CDE-BB92-BC2917D528F3}" presName="vert1" presStyleCnt="0"/>
      <dgm:spPr/>
    </dgm:pt>
    <dgm:pt modelId="{5D5E758D-479D-4DA1-82A6-8FEDE289AF06}" type="pres">
      <dgm:prSet presAssocID="{1637BB81-B8A7-4ABB-992B-11D6E10304ED}" presName="thickLine" presStyleLbl="alignNode1" presStyleIdx="4" presStyleCnt="5"/>
      <dgm:spPr/>
    </dgm:pt>
    <dgm:pt modelId="{5602D87A-CF62-4BD5-9490-666B86936237}" type="pres">
      <dgm:prSet presAssocID="{1637BB81-B8A7-4ABB-992B-11D6E10304ED}" presName="horz1" presStyleCnt="0"/>
      <dgm:spPr/>
    </dgm:pt>
    <dgm:pt modelId="{4F52A119-00B2-4411-BBC9-C21EF7275EA1}" type="pres">
      <dgm:prSet presAssocID="{1637BB81-B8A7-4ABB-992B-11D6E10304ED}" presName="tx1" presStyleLbl="revTx" presStyleIdx="4" presStyleCnt="5"/>
      <dgm:spPr/>
    </dgm:pt>
    <dgm:pt modelId="{636E6C24-EB6D-4E43-81AA-11DADB407245}" type="pres">
      <dgm:prSet presAssocID="{1637BB81-B8A7-4ABB-992B-11D6E10304ED}" presName="vert1" presStyleCnt="0"/>
      <dgm:spPr/>
    </dgm:pt>
  </dgm:ptLst>
  <dgm:cxnLst>
    <dgm:cxn modelId="{FF670D16-8B71-4101-861F-52FA7A305D8A}" srcId="{E31779A9-908A-4F5F-80F0-2E369D43D21B}" destId="{1637BB81-B8A7-4ABB-992B-11D6E10304ED}" srcOrd="4" destOrd="0" parTransId="{542B461C-42E9-441A-9743-5519CACD0D95}" sibTransId="{66C98E5E-CB12-45C6-9951-9B89E79748B3}"/>
    <dgm:cxn modelId="{29EA6616-392F-4625-B150-E884CA2DF26B}" srcId="{E31779A9-908A-4F5F-80F0-2E369D43D21B}" destId="{8559C977-BC30-4F1C-BA9B-055B605BC955}" srcOrd="2" destOrd="0" parTransId="{8F2DF312-2DE2-43B8-98CB-02E06C58890E}" sibTransId="{1AA7BD1F-B47D-44A2-B6A0-AF18C5621F25}"/>
    <dgm:cxn modelId="{E78C6724-B770-48E9-A7EC-6C6593624D10}" srcId="{E31779A9-908A-4F5F-80F0-2E369D43D21B}" destId="{5625CBED-D0A2-48CC-B613-DE64116680BF}" srcOrd="0" destOrd="0" parTransId="{6BAFCF79-8166-4F5C-B5A9-4150338E10B1}" sibTransId="{B0ABDB7A-54CD-454D-A056-E5CDB54BD695}"/>
    <dgm:cxn modelId="{4F8F9634-F546-40C8-A8F0-70125118A47A}" type="presOf" srcId="{5625CBED-D0A2-48CC-B613-DE64116680BF}" destId="{35FC16D2-5BA9-4313-AFE6-4A8973578F80}" srcOrd="0" destOrd="0" presId="urn:microsoft.com/office/officeart/2008/layout/LinedList"/>
    <dgm:cxn modelId="{1EDF073E-14AD-4E6F-9678-DB2CF0DF5CC8}" type="presOf" srcId="{B63D8CC3-AC7B-4E97-A852-2ED93BEC0D52}" destId="{F5161A7B-5C8B-4575-82D1-9DC2C153EC1C}" srcOrd="0" destOrd="0" presId="urn:microsoft.com/office/officeart/2008/layout/LinedList"/>
    <dgm:cxn modelId="{2D72FB42-2E37-4C8E-ADD2-46D41B987CB8}" type="presOf" srcId="{E31779A9-908A-4F5F-80F0-2E369D43D21B}" destId="{41A12855-1226-452E-8636-725C2D29C79B}" srcOrd="0" destOrd="0" presId="urn:microsoft.com/office/officeart/2008/layout/LinedList"/>
    <dgm:cxn modelId="{3A187472-5480-4348-9076-278A5D96B8A9}" srcId="{E31779A9-908A-4F5F-80F0-2E369D43D21B}" destId="{013B9214-1002-4CDE-BB92-BC2917D528F3}" srcOrd="3" destOrd="0" parTransId="{4EA4C1EB-DDA6-4546-A5F0-09BD9942CAD4}" sibTransId="{EA1C52E0-3B08-47FE-821F-8CEBE073A685}"/>
    <dgm:cxn modelId="{EB9BCC78-A2D1-457B-B910-A383F3A9B38D}" type="presOf" srcId="{1637BB81-B8A7-4ABB-992B-11D6E10304ED}" destId="{4F52A119-00B2-4411-BBC9-C21EF7275EA1}" srcOrd="0" destOrd="0" presId="urn:microsoft.com/office/officeart/2008/layout/LinedList"/>
    <dgm:cxn modelId="{BF0C6589-F31C-43AF-8AC7-AFE5BB82AF93}" srcId="{E31779A9-908A-4F5F-80F0-2E369D43D21B}" destId="{B63D8CC3-AC7B-4E97-A852-2ED93BEC0D52}" srcOrd="1" destOrd="0" parTransId="{13B5BFAB-E76C-4B15-AFD2-F1D0EA3A2CF8}" sibTransId="{84309DC2-DD32-4902-8542-D99D2E944011}"/>
    <dgm:cxn modelId="{99322AD0-9946-4513-BF09-B6E5D534F77F}" type="presOf" srcId="{8559C977-BC30-4F1C-BA9B-055B605BC955}" destId="{3A23C9AB-3F31-4EA4-BC9F-C11B35E62639}" srcOrd="0" destOrd="0" presId="urn:microsoft.com/office/officeart/2008/layout/LinedList"/>
    <dgm:cxn modelId="{FCF122F8-1C9B-47FC-8F11-7DD1C882539C}" type="presOf" srcId="{013B9214-1002-4CDE-BB92-BC2917D528F3}" destId="{3997FB72-E2AE-488C-9A62-0D7EA2EECE95}" srcOrd="0" destOrd="0" presId="urn:microsoft.com/office/officeart/2008/layout/LinedList"/>
    <dgm:cxn modelId="{BCC4B4EE-A406-44E4-A23B-625DD3FE09E3}" type="presParOf" srcId="{41A12855-1226-452E-8636-725C2D29C79B}" destId="{6C3035B4-B0A3-436B-8DBE-1BDA38A9BBF0}" srcOrd="0" destOrd="0" presId="urn:microsoft.com/office/officeart/2008/layout/LinedList"/>
    <dgm:cxn modelId="{F85E7D8A-DFAC-4947-9687-1C2CFB071274}" type="presParOf" srcId="{41A12855-1226-452E-8636-725C2D29C79B}" destId="{96998801-DAD1-4BA3-9D95-EE7C78E45F41}" srcOrd="1" destOrd="0" presId="urn:microsoft.com/office/officeart/2008/layout/LinedList"/>
    <dgm:cxn modelId="{DEE8A37D-B443-46CA-A598-CA3DA850E05E}" type="presParOf" srcId="{96998801-DAD1-4BA3-9D95-EE7C78E45F41}" destId="{35FC16D2-5BA9-4313-AFE6-4A8973578F80}" srcOrd="0" destOrd="0" presId="urn:microsoft.com/office/officeart/2008/layout/LinedList"/>
    <dgm:cxn modelId="{56E16B65-39B1-4820-80CA-03D55CFC0F84}" type="presParOf" srcId="{96998801-DAD1-4BA3-9D95-EE7C78E45F41}" destId="{721F5B72-E0FD-4F75-9BD5-B0F70E2E052B}" srcOrd="1" destOrd="0" presId="urn:microsoft.com/office/officeart/2008/layout/LinedList"/>
    <dgm:cxn modelId="{E94672AA-5004-41E4-ADB4-76CC64C50D72}" type="presParOf" srcId="{41A12855-1226-452E-8636-725C2D29C79B}" destId="{F1FA06FB-B603-4EF6-8473-BB58A56CCEE4}" srcOrd="2" destOrd="0" presId="urn:microsoft.com/office/officeart/2008/layout/LinedList"/>
    <dgm:cxn modelId="{EF306BC9-DE6A-45FB-8DC9-AA5E385FE86B}" type="presParOf" srcId="{41A12855-1226-452E-8636-725C2D29C79B}" destId="{F47D9F04-C19C-45B8-A605-9E14B56156B9}" srcOrd="3" destOrd="0" presId="urn:microsoft.com/office/officeart/2008/layout/LinedList"/>
    <dgm:cxn modelId="{6C77F875-4BF8-48BF-BC51-24F6897D5C29}" type="presParOf" srcId="{F47D9F04-C19C-45B8-A605-9E14B56156B9}" destId="{F5161A7B-5C8B-4575-82D1-9DC2C153EC1C}" srcOrd="0" destOrd="0" presId="urn:microsoft.com/office/officeart/2008/layout/LinedList"/>
    <dgm:cxn modelId="{7BC8AE8A-7F8D-4C3D-AD9D-A5FE128BC362}" type="presParOf" srcId="{F47D9F04-C19C-45B8-A605-9E14B56156B9}" destId="{B93D7F6E-640C-45DE-A71D-655F1EBEFA7F}" srcOrd="1" destOrd="0" presId="urn:microsoft.com/office/officeart/2008/layout/LinedList"/>
    <dgm:cxn modelId="{D7288E4D-581A-4722-9A59-8CD5A4EF2FF8}" type="presParOf" srcId="{41A12855-1226-452E-8636-725C2D29C79B}" destId="{D17F4E34-DCB8-48D5-AEEA-A0594438F808}" srcOrd="4" destOrd="0" presId="urn:microsoft.com/office/officeart/2008/layout/LinedList"/>
    <dgm:cxn modelId="{EA0A80A4-9E6B-42EF-837D-FBF21689197D}" type="presParOf" srcId="{41A12855-1226-452E-8636-725C2D29C79B}" destId="{036EAB19-DEE5-4B54-A485-072573ADDF4C}" srcOrd="5" destOrd="0" presId="urn:microsoft.com/office/officeart/2008/layout/LinedList"/>
    <dgm:cxn modelId="{898BE816-94A4-4E67-B1D4-8006DA9E150A}" type="presParOf" srcId="{036EAB19-DEE5-4B54-A485-072573ADDF4C}" destId="{3A23C9AB-3F31-4EA4-BC9F-C11B35E62639}" srcOrd="0" destOrd="0" presId="urn:microsoft.com/office/officeart/2008/layout/LinedList"/>
    <dgm:cxn modelId="{BEFE32E2-DE9C-4063-A720-6C26A1A5AF3A}" type="presParOf" srcId="{036EAB19-DEE5-4B54-A485-072573ADDF4C}" destId="{C54D8046-8FC6-41C8-990C-831509D0A7A3}" srcOrd="1" destOrd="0" presId="urn:microsoft.com/office/officeart/2008/layout/LinedList"/>
    <dgm:cxn modelId="{439A4462-3C35-4D1C-A39F-7D44DB6CCE28}" type="presParOf" srcId="{41A12855-1226-452E-8636-725C2D29C79B}" destId="{DE76CC0F-1DA5-4867-B7DA-F2DFC1614020}" srcOrd="6" destOrd="0" presId="urn:microsoft.com/office/officeart/2008/layout/LinedList"/>
    <dgm:cxn modelId="{B9EBBC60-0AFC-459D-B9A4-043B95CC0396}" type="presParOf" srcId="{41A12855-1226-452E-8636-725C2D29C79B}" destId="{1C30FAFE-5071-4133-B729-A12639D297E7}" srcOrd="7" destOrd="0" presId="urn:microsoft.com/office/officeart/2008/layout/LinedList"/>
    <dgm:cxn modelId="{99153A9F-7B1E-4AC2-AE6B-384A02492138}" type="presParOf" srcId="{1C30FAFE-5071-4133-B729-A12639D297E7}" destId="{3997FB72-E2AE-488C-9A62-0D7EA2EECE95}" srcOrd="0" destOrd="0" presId="urn:microsoft.com/office/officeart/2008/layout/LinedList"/>
    <dgm:cxn modelId="{9EA18765-259D-4628-8883-BFEB59636B8D}" type="presParOf" srcId="{1C30FAFE-5071-4133-B729-A12639D297E7}" destId="{92F5DE12-D799-4F37-B13E-ABB6BEC25B7D}" srcOrd="1" destOrd="0" presId="urn:microsoft.com/office/officeart/2008/layout/LinedList"/>
    <dgm:cxn modelId="{F6F9917A-4DAF-40BE-908C-DF1A1A7A15F5}" type="presParOf" srcId="{41A12855-1226-452E-8636-725C2D29C79B}" destId="{5D5E758D-479D-4DA1-82A6-8FEDE289AF06}" srcOrd="8" destOrd="0" presId="urn:microsoft.com/office/officeart/2008/layout/LinedList"/>
    <dgm:cxn modelId="{BACDF60F-1407-46F5-8A7A-410292720D82}" type="presParOf" srcId="{41A12855-1226-452E-8636-725C2D29C79B}" destId="{5602D87A-CF62-4BD5-9490-666B86936237}" srcOrd="9" destOrd="0" presId="urn:microsoft.com/office/officeart/2008/layout/LinedList"/>
    <dgm:cxn modelId="{86D1906B-B29C-44E8-995C-B51A608FCF87}" type="presParOf" srcId="{5602D87A-CF62-4BD5-9490-666B86936237}" destId="{4F52A119-00B2-4411-BBC9-C21EF7275EA1}" srcOrd="0" destOrd="0" presId="urn:microsoft.com/office/officeart/2008/layout/LinedList"/>
    <dgm:cxn modelId="{CEEA28C4-95A3-4015-ADD5-4024D23CD74F}" type="presParOf" srcId="{5602D87A-CF62-4BD5-9490-666B86936237}" destId="{636E6C24-EB6D-4E43-81AA-11DADB40724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1C23D-29FA-44D6-861E-B49E86387DFC}">
      <dsp:nvSpPr>
        <dsp:cNvPr id="0" name=""/>
        <dsp:cNvSpPr/>
      </dsp:nvSpPr>
      <dsp:spPr>
        <a:xfrm>
          <a:off x="3988" y="607703"/>
          <a:ext cx="1360110" cy="68005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schemeClr val="tx1"/>
              </a:solidFill>
            </a:rPr>
            <a:t>Demographic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23906" y="627621"/>
        <a:ext cx="1320274" cy="640219"/>
      </dsp:txXfrm>
    </dsp:sp>
    <dsp:sp modelId="{9EEFF508-0572-4DCB-9E18-5AB05F7798D0}">
      <dsp:nvSpPr>
        <dsp:cNvPr id="0" name=""/>
        <dsp:cNvSpPr/>
      </dsp:nvSpPr>
      <dsp:spPr>
        <a:xfrm>
          <a:off x="139999" y="1287758"/>
          <a:ext cx="136011" cy="51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41"/>
              </a:lnTo>
              <a:lnTo>
                <a:pt x="136011" y="5100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A08418-7D67-4254-BE56-3DFEECD02D37}">
      <dsp:nvSpPr>
        <dsp:cNvPr id="0" name=""/>
        <dsp:cNvSpPr/>
      </dsp:nvSpPr>
      <dsp:spPr>
        <a:xfrm>
          <a:off x="276010" y="1457772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age</a:t>
          </a:r>
          <a:endParaRPr lang="en-US" sz="1400" kern="1200" dirty="0"/>
        </a:p>
      </dsp:txBody>
      <dsp:txXfrm>
        <a:off x="295928" y="1477690"/>
        <a:ext cx="1048252" cy="640219"/>
      </dsp:txXfrm>
    </dsp:sp>
    <dsp:sp modelId="{6646C946-C75F-45E1-B795-DB0AD0375329}">
      <dsp:nvSpPr>
        <dsp:cNvPr id="0" name=""/>
        <dsp:cNvSpPr/>
      </dsp:nvSpPr>
      <dsp:spPr>
        <a:xfrm>
          <a:off x="139999" y="1287758"/>
          <a:ext cx="136011" cy="1360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0110"/>
              </a:lnTo>
              <a:lnTo>
                <a:pt x="136011" y="13601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E0D51D-5410-48FD-AB54-D92B2754CC3E}">
      <dsp:nvSpPr>
        <dsp:cNvPr id="0" name=""/>
        <dsp:cNvSpPr/>
      </dsp:nvSpPr>
      <dsp:spPr>
        <a:xfrm>
          <a:off x="276010" y="2307841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gender</a:t>
          </a:r>
          <a:endParaRPr lang="en-US" sz="1400" kern="1200" dirty="0"/>
        </a:p>
      </dsp:txBody>
      <dsp:txXfrm>
        <a:off x="295928" y="2327759"/>
        <a:ext cx="1048252" cy="640219"/>
      </dsp:txXfrm>
    </dsp:sp>
    <dsp:sp modelId="{C0A9FCC4-1B6C-4EFD-B028-4B1BB9D627CC}">
      <dsp:nvSpPr>
        <dsp:cNvPr id="0" name=""/>
        <dsp:cNvSpPr/>
      </dsp:nvSpPr>
      <dsp:spPr>
        <a:xfrm>
          <a:off x="139999" y="1287758"/>
          <a:ext cx="136011" cy="2210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0179"/>
              </a:lnTo>
              <a:lnTo>
                <a:pt x="136011" y="221017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958514-8BB5-4760-814C-A6D0C9F462E8}">
      <dsp:nvSpPr>
        <dsp:cNvPr id="0" name=""/>
        <dsp:cNvSpPr/>
      </dsp:nvSpPr>
      <dsp:spPr>
        <a:xfrm>
          <a:off x="276010" y="3157910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race</a:t>
          </a:r>
          <a:endParaRPr lang="en-US" sz="1400" kern="1200" dirty="0"/>
        </a:p>
      </dsp:txBody>
      <dsp:txXfrm>
        <a:off x="295928" y="3177828"/>
        <a:ext cx="1048252" cy="640219"/>
      </dsp:txXfrm>
    </dsp:sp>
    <dsp:sp modelId="{D35B643E-5FEC-4549-BDD5-BB532B947389}">
      <dsp:nvSpPr>
        <dsp:cNvPr id="0" name=""/>
        <dsp:cNvSpPr/>
      </dsp:nvSpPr>
      <dsp:spPr>
        <a:xfrm>
          <a:off x="139999" y="1287758"/>
          <a:ext cx="136011" cy="30602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60248"/>
              </a:lnTo>
              <a:lnTo>
                <a:pt x="136011" y="30602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7DDDE-6A0E-4319-9E9B-3B24F8C0F6B4}">
      <dsp:nvSpPr>
        <dsp:cNvPr id="0" name=""/>
        <dsp:cNvSpPr/>
      </dsp:nvSpPr>
      <dsp:spPr>
        <a:xfrm>
          <a:off x="276010" y="4007979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/>
            <a:t>Final </a:t>
          </a:r>
          <a:r>
            <a:rPr lang="es-CR" sz="1400" kern="1200" dirty="0" err="1"/>
            <a:t>weight</a:t>
          </a:r>
          <a:endParaRPr lang="en-US" sz="1400" kern="1200" dirty="0"/>
        </a:p>
      </dsp:txBody>
      <dsp:txXfrm>
        <a:off x="295928" y="4027897"/>
        <a:ext cx="1048252" cy="640219"/>
      </dsp:txXfrm>
    </dsp:sp>
    <dsp:sp modelId="{AD3DC355-D505-4ECD-BE8E-018052AE2425}">
      <dsp:nvSpPr>
        <dsp:cNvPr id="0" name=""/>
        <dsp:cNvSpPr/>
      </dsp:nvSpPr>
      <dsp:spPr>
        <a:xfrm>
          <a:off x="139999" y="1287758"/>
          <a:ext cx="136011" cy="39103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10317"/>
              </a:lnTo>
              <a:lnTo>
                <a:pt x="136011" y="39103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F2FA5A-F768-4DBF-B1BC-82F352C9883A}">
      <dsp:nvSpPr>
        <dsp:cNvPr id="0" name=""/>
        <dsp:cNvSpPr/>
      </dsp:nvSpPr>
      <dsp:spPr>
        <a:xfrm>
          <a:off x="276010" y="4858048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Relationship</a:t>
          </a:r>
          <a:endParaRPr lang="es-CR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/>
            <a:t>status</a:t>
          </a:r>
          <a:endParaRPr lang="en-US" sz="1400" kern="1200" dirty="0"/>
        </a:p>
      </dsp:txBody>
      <dsp:txXfrm>
        <a:off x="295928" y="4877966"/>
        <a:ext cx="1048252" cy="640219"/>
      </dsp:txXfrm>
    </dsp:sp>
    <dsp:sp modelId="{C4483FE2-0966-40ED-9096-BB7468789C8B}">
      <dsp:nvSpPr>
        <dsp:cNvPr id="0" name=""/>
        <dsp:cNvSpPr/>
      </dsp:nvSpPr>
      <dsp:spPr>
        <a:xfrm>
          <a:off x="1704126" y="607703"/>
          <a:ext cx="1360110" cy="680055"/>
        </a:xfrm>
        <a:prstGeom prst="roundRect">
          <a:avLst>
            <a:gd name="adj" fmla="val 10000"/>
          </a:avLst>
        </a:prstGeom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Education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1724044" y="627621"/>
        <a:ext cx="1320274" cy="640219"/>
      </dsp:txXfrm>
    </dsp:sp>
    <dsp:sp modelId="{F065583C-B7F7-4286-A16D-CFAC8D84F496}">
      <dsp:nvSpPr>
        <dsp:cNvPr id="0" name=""/>
        <dsp:cNvSpPr/>
      </dsp:nvSpPr>
      <dsp:spPr>
        <a:xfrm>
          <a:off x="1840137" y="1287758"/>
          <a:ext cx="136011" cy="51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41"/>
              </a:lnTo>
              <a:lnTo>
                <a:pt x="136011" y="5100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2317E-4C56-42AC-BF74-AC3E158A29BD}">
      <dsp:nvSpPr>
        <dsp:cNvPr id="0" name=""/>
        <dsp:cNvSpPr/>
      </dsp:nvSpPr>
      <dsp:spPr>
        <a:xfrm>
          <a:off x="1976148" y="1457772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Education</a:t>
          </a:r>
          <a:r>
            <a:rPr lang="es-CR" sz="1400" kern="1200" dirty="0"/>
            <a:t> </a:t>
          </a:r>
          <a:r>
            <a:rPr lang="es-CR" sz="1400" kern="1200" dirty="0" err="1"/>
            <a:t>level</a:t>
          </a:r>
          <a:endParaRPr lang="en-US" sz="1400" kern="1200" dirty="0"/>
        </a:p>
      </dsp:txBody>
      <dsp:txXfrm>
        <a:off x="1996066" y="1477690"/>
        <a:ext cx="1048252" cy="640219"/>
      </dsp:txXfrm>
    </dsp:sp>
    <dsp:sp modelId="{CD22A4ED-15B4-4DD2-BAD0-B974E83269BF}">
      <dsp:nvSpPr>
        <dsp:cNvPr id="0" name=""/>
        <dsp:cNvSpPr/>
      </dsp:nvSpPr>
      <dsp:spPr>
        <a:xfrm>
          <a:off x="1840137" y="1287758"/>
          <a:ext cx="136011" cy="1360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0110"/>
              </a:lnTo>
              <a:lnTo>
                <a:pt x="136011" y="13601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F2959-B5A4-43F3-BBD8-3488ED9776D8}">
      <dsp:nvSpPr>
        <dsp:cNvPr id="0" name=""/>
        <dsp:cNvSpPr/>
      </dsp:nvSpPr>
      <dsp:spPr>
        <a:xfrm>
          <a:off x="1976148" y="2307841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Educational-num</a:t>
          </a:r>
          <a:endParaRPr lang="en-US" sz="1400" kern="1200" dirty="0"/>
        </a:p>
      </dsp:txBody>
      <dsp:txXfrm>
        <a:off x="1996066" y="2327759"/>
        <a:ext cx="1048252" cy="640219"/>
      </dsp:txXfrm>
    </dsp:sp>
    <dsp:sp modelId="{00295832-91D6-4514-923F-3B05954F4996}">
      <dsp:nvSpPr>
        <dsp:cNvPr id="0" name=""/>
        <dsp:cNvSpPr/>
      </dsp:nvSpPr>
      <dsp:spPr>
        <a:xfrm>
          <a:off x="3404264" y="607703"/>
          <a:ext cx="1360110" cy="680055"/>
        </a:xfrm>
        <a:prstGeom prst="roundRect">
          <a:avLst>
            <a:gd name="adj" fmla="val 10000"/>
          </a:avLst>
        </a:prstGeom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Employment</a:t>
          </a:r>
          <a:r>
            <a:rPr lang="es-CR" sz="14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details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3424182" y="627621"/>
        <a:ext cx="1320274" cy="640219"/>
      </dsp:txXfrm>
    </dsp:sp>
    <dsp:sp modelId="{631A761A-2145-4FBA-A6AC-4BC12B79A996}">
      <dsp:nvSpPr>
        <dsp:cNvPr id="0" name=""/>
        <dsp:cNvSpPr/>
      </dsp:nvSpPr>
      <dsp:spPr>
        <a:xfrm>
          <a:off x="3540275" y="1287758"/>
          <a:ext cx="136011" cy="51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41"/>
              </a:lnTo>
              <a:lnTo>
                <a:pt x="136011" y="5100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D65B18-263E-49CE-AC31-961BCAB98C5F}">
      <dsp:nvSpPr>
        <dsp:cNvPr id="0" name=""/>
        <dsp:cNvSpPr/>
      </dsp:nvSpPr>
      <dsp:spPr>
        <a:xfrm>
          <a:off x="3676286" y="1457772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Workclass</a:t>
          </a:r>
          <a:endParaRPr lang="en-US" sz="1400" kern="1200" dirty="0"/>
        </a:p>
      </dsp:txBody>
      <dsp:txXfrm>
        <a:off x="3696204" y="1477690"/>
        <a:ext cx="1048252" cy="640219"/>
      </dsp:txXfrm>
    </dsp:sp>
    <dsp:sp modelId="{EECEEB2D-39F1-4A7F-B8C7-7FC593EA843C}">
      <dsp:nvSpPr>
        <dsp:cNvPr id="0" name=""/>
        <dsp:cNvSpPr/>
      </dsp:nvSpPr>
      <dsp:spPr>
        <a:xfrm>
          <a:off x="3540275" y="1287758"/>
          <a:ext cx="136011" cy="1360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0110"/>
              </a:lnTo>
              <a:lnTo>
                <a:pt x="136011" y="13601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AEA6F9-8711-4056-A0E3-619F6B5070AC}">
      <dsp:nvSpPr>
        <dsp:cNvPr id="0" name=""/>
        <dsp:cNvSpPr/>
      </dsp:nvSpPr>
      <dsp:spPr>
        <a:xfrm>
          <a:off x="3676286" y="2307841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Occupation</a:t>
          </a:r>
          <a:endParaRPr lang="en-US" sz="1400" kern="1200" dirty="0"/>
        </a:p>
      </dsp:txBody>
      <dsp:txXfrm>
        <a:off x="3696204" y="2327759"/>
        <a:ext cx="1048252" cy="640219"/>
      </dsp:txXfrm>
    </dsp:sp>
    <dsp:sp modelId="{B777E350-91F9-492C-8380-E6130591F62A}">
      <dsp:nvSpPr>
        <dsp:cNvPr id="0" name=""/>
        <dsp:cNvSpPr/>
      </dsp:nvSpPr>
      <dsp:spPr>
        <a:xfrm>
          <a:off x="3540275" y="1287758"/>
          <a:ext cx="136011" cy="2210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0179"/>
              </a:lnTo>
              <a:lnTo>
                <a:pt x="136011" y="221017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F4AD6A-2B39-4EF8-9AAD-09B16E391BC8}">
      <dsp:nvSpPr>
        <dsp:cNvPr id="0" name=""/>
        <dsp:cNvSpPr/>
      </dsp:nvSpPr>
      <dsp:spPr>
        <a:xfrm>
          <a:off x="3676286" y="3157910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Hours</a:t>
          </a:r>
          <a:r>
            <a:rPr lang="es-CR" sz="1400" kern="1200" dirty="0"/>
            <a:t> per </a:t>
          </a:r>
          <a:r>
            <a:rPr lang="es-CR" sz="1400" kern="1200" dirty="0" err="1"/>
            <a:t>week</a:t>
          </a:r>
          <a:endParaRPr lang="en-US" sz="1400" kern="1200" dirty="0"/>
        </a:p>
      </dsp:txBody>
      <dsp:txXfrm>
        <a:off x="3696204" y="3177828"/>
        <a:ext cx="1048252" cy="640219"/>
      </dsp:txXfrm>
    </dsp:sp>
    <dsp:sp modelId="{22E6E759-701F-4532-A1B6-32E29349BEFD}">
      <dsp:nvSpPr>
        <dsp:cNvPr id="0" name=""/>
        <dsp:cNvSpPr/>
      </dsp:nvSpPr>
      <dsp:spPr>
        <a:xfrm>
          <a:off x="5104402" y="607703"/>
          <a:ext cx="1360110" cy="680055"/>
        </a:xfrm>
        <a:prstGeom prst="roundRect">
          <a:avLst>
            <a:gd name="adj" fmla="val 10000"/>
          </a:avLst>
        </a:prstGeom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Financial</a:t>
          </a:r>
          <a:r>
            <a:rPr lang="es-CR" sz="14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indicators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5124320" y="627621"/>
        <a:ext cx="1320274" cy="640219"/>
      </dsp:txXfrm>
    </dsp:sp>
    <dsp:sp modelId="{484409D2-5723-4ED0-B0CD-261EE24E0445}">
      <dsp:nvSpPr>
        <dsp:cNvPr id="0" name=""/>
        <dsp:cNvSpPr/>
      </dsp:nvSpPr>
      <dsp:spPr>
        <a:xfrm>
          <a:off x="5240413" y="1287758"/>
          <a:ext cx="136011" cy="51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41"/>
              </a:lnTo>
              <a:lnTo>
                <a:pt x="136011" y="5100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C96A8C-49D8-4795-87C5-3496BB8B0F91}">
      <dsp:nvSpPr>
        <dsp:cNvPr id="0" name=""/>
        <dsp:cNvSpPr/>
      </dsp:nvSpPr>
      <dsp:spPr>
        <a:xfrm>
          <a:off x="5376424" y="1457772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/>
            <a:t>Capital </a:t>
          </a:r>
          <a:r>
            <a:rPr lang="es-CR" sz="1400" kern="1200" dirty="0" err="1"/>
            <a:t>gain</a:t>
          </a:r>
          <a:endParaRPr lang="en-US" sz="1400" kern="1200" dirty="0"/>
        </a:p>
      </dsp:txBody>
      <dsp:txXfrm>
        <a:off x="5396342" y="1477690"/>
        <a:ext cx="1048252" cy="640219"/>
      </dsp:txXfrm>
    </dsp:sp>
    <dsp:sp modelId="{B0DF3532-C62F-4A92-A9DD-545887054DDA}">
      <dsp:nvSpPr>
        <dsp:cNvPr id="0" name=""/>
        <dsp:cNvSpPr/>
      </dsp:nvSpPr>
      <dsp:spPr>
        <a:xfrm>
          <a:off x="5240413" y="1287758"/>
          <a:ext cx="136011" cy="1360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0110"/>
              </a:lnTo>
              <a:lnTo>
                <a:pt x="136011" y="13601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0DCA63-371C-400F-9AA1-D07669EB5E5B}">
      <dsp:nvSpPr>
        <dsp:cNvPr id="0" name=""/>
        <dsp:cNvSpPr/>
      </dsp:nvSpPr>
      <dsp:spPr>
        <a:xfrm>
          <a:off x="5376424" y="2307841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/>
            <a:t>Capital </a:t>
          </a:r>
          <a:r>
            <a:rPr lang="es-CR" sz="1400" kern="1200" dirty="0" err="1"/>
            <a:t>loss</a:t>
          </a:r>
          <a:endParaRPr lang="en-US" sz="1400" kern="1200" dirty="0"/>
        </a:p>
      </dsp:txBody>
      <dsp:txXfrm>
        <a:off x="5396342" y="2327759"/>
        <a:ext cx="1048252" cy="640219"/>
      </dsp:txXfrm>
    </dsp:sp>
    <dsp:sp modelId="{AAD27830-BBD4-4774-A8A9-8BAD4BD40468}">
      <dsp:nvSpPr>
        <dsp:cNvPr id="0" name=""/>
        <dsp:cNvSpPr/>
      </dsp:nvSpPr>
      <dsp:spPr>
        <a:xfrm>
          <a:off x="6804540" y="607703"/>
          <a:ext cx="1360110" cy="680055"/>
        </a:xfrm>
        <a:prstGeom prst="roundRect">
          <a:avLst>
            <a:gd name="adj" fmla="val 10000"/>
          </a:avLst>
        </a:prstGeom>
        <a:solidFill>
          <a:srgbClr val="156082">
            <a:lumMod val="20000"/>
            <a:lumOff val="8000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Income</a:t>
          </a:r>
          <a:endParaRPr lang="en-US" sz="1400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6824458" y="627621"/>
        <a:ext cx="1320274" cy="640219"/>
      </dsp:txXfrm>
    </dsp:sp>
    <dsp:sp modelId="{0123298C-6895-4702-81DE-C10FA67909D0}">
      <dsp:nvSpPr>
        <dsp:cNvPr id="0" name=""/>
        <dsp:cNvSpPr/>
      </dsp:nvSpPr>
      <dsp:spPr>
        <a:xfrm>
          <a:off x="6940551" y="1287758"/>
          <a:ext cx="136011" cy="5100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041"/>
              </a:lnTo>
              <a:lnTo>
                <a:pt x="136011" y="51004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C7F77-B85D-480E-89CA-7A4B6B45F6C3}">
      <dsp:nvSpPr>
        <dsp:cNvPr id="0" name=""/>
        <dsp:cNvSpPr/>
      </dsp:nvSpPr>
      <dsp:spPr>
        <a:xfrm>
          <a:off x="7076563" y="1457772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Over</a:t>
          </a:r>
          <a:r>
            <a:rPr lang="es-CR" sz="1400" kern="1200" dirty="0"/>
            <a:t> 50k</a:t>
          </a:r>
          <a:endParaRPr lang="en-US" sz="1400" kern="1200" dirty="0"/>
        </a:p>
      </dsp:txBody>
      <dsp:txXfrm>
        <a:off x="7096481" y="1477690"/>
        <a:ext cx="1048252" cy="640219"/>
      </dsp:txXfrm>
    </dsp:sp>
    <dsp:sp modelId="{FAD13454-1EF5-4DD5-B89F-DDBED3E102C1}">
      <dsp:nvSpPr>
        <dsp:cNvPr id="0" name=""/>
        <dsp:cNvSpPr/>
      </dsp:nvSpPr>
      <dsp:spPr>
        <a:xfrm>
          <a:off x="6940551" y="1287758"/>
          <a:ext cx="136011" cy="1360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0110"/>
              </a:lnTo>
              <a:lnTo>
                <a:pt x="136011" y="13601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6729A7-A7BF-4A20-8949-210E622D61D4}">
      <dsp:nvSpPr>
        <dsp:cNvPr id="0" name=""/>
        <dsp:cNvSpPr/>
      </dsp:nvSpPr>
      <dsp:spPr>
        <a:xfrm>
          <a:off x="7076563" y="2307841"/>
          <a:ext cx="1088088" cy="680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400" kern="1200" dirty="0" err="1"/>
            <a:t>Under</a:t>
          </a:r>
          <a:r>
            <a:rPr lang="es-CR" sz="1400" kern="1200" dirty="0"/>
            <a:t> 50k</a:t>
          </a:r>
          <a:endParaRPr lang="en-US" sz="1400" kern="1200" dirty="0"/>
        </a:p>
      </dsp:txBody>
      <dsp:txXfrm>
        <a:off x="7096481" y="2327759"/>
        <a:ext cx="1048252" cy="640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035B4-B0A3-436B-8DBE-1BDA38A9BBF0}">
      <dsp:nvSpPr>
        <dsp:cNvPr id="0" name=""/>
        <dsp:cNvSpPr/>
      </dsp:nvSpPr>
      <dsp:spPr>
        <a:xfrm>
          <a:off x="0" y="287"/>
          <a:ext cx="417289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C16D2-5BA9-4313-AFE6-4A8973578F80}">
      <dsp:nvSpPr>
        <dsp:cNvPr id="0" name=""/>
        <dsp:cNvSpPr/>
      </dsp:nvSpPr>
      <dsp:spPr>
        <a:xfrm>
          <a:off x="0" y="287"/>
          <a:ext cx="4172894" cy="470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100" kern="1200" dirty="0" err="1"/>
            <a:t>Three</a:t>
          </a:r>
          <a:r>
            <a:rPr lang="es-CR" sz="2100" kern="1200" dirty="0"/>
            <a:t> </a:t>
          </a:r>
          <a:r>
            <a:rPr lang="es-CR" sz="2100" kern="1200" dirty="0" err="1"/>
            <a:t>main</a:t>
          </a:r>
          <a:r>
            <a:rPr lang="es-CR" sz="2100" kern="1200" dirty="0"/>
            <a:t> </a:t>
          </a:r>
          <a:r>
            <a:rPr lang="es-CR" sz="2100" kern="1200" dirty="0" err="1"/>
            <a:t>categories</a:t>
          </a:r>
          <a:r>
            <a:rPr lang="es-CR" sz="2100" kern="1200" dirty="0"/>
            <a:t> are: </a:t>
          </a:r>
          <a:endParaRPr lang="en-US" sz="2100" kern="1200" dirty="0"/>
        </a:p>
      </dsp:txBody>
      <dsp:txXfrm>
        <a:off x="0" y="287"/>
        <a:ext cx="4172894" cy="470229"/>
      </dsp:txXfrm>
    </dsp:sp>
    <dsp:sp modelId="{F1FA06FB-B603-4EF6-8473-BB58A56CCEE4}">
      <dsp:nvSpPr>
        <dsp:cNvPr id="0" name=""/>
        <dsp:cNvSpPr/>
      </dsp:nvSpPr>
      <dsp:spPr>
        <a:xfrm>
          <a:off x="0" y="470516"/>
          <a:ext cx="417289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61A7B-5C8B-4575-82D1-9DC2C153EC1C}">
      <dsp:nvSpPr>
        <dsp:cNvPr id="0" name=""/>
        <dsp:cNvSpPr/>
      </dsp:nvSpPr>
      <dsp:spPr>
        <a:xfrm>
          <a:off x="0" y="470516"/>
          <a:ext cx="4172894" cy="470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100" kern="1200" dirty="0" err="1"/>
            <a:t>Married</a:t>
          </a:r>
          <a:r>
            <a:rPr lang="es-CR" sz="2100" kern="1200" dirty="0"/>
            <a:t> (80%)</a:t>
          </a:r>
          <a:endParaRPr lang="en-US" sz="2100" kern="1200" dirty="0"/>
        </a:p>
      </dsp:txBody>
      <dsp:txXfrm>
        <a:off x="0" y="470516"/>
        <a:ext cx="4172894" cy="470229"/>
      </dsp:txXfrm>
    </dsp:sp>
    <dsp:sp modelId="{D17F4E34-DCB8-48D5-AEEA-A0594438F808}">
      <dsp:nvSpPr>
        <dsp:cNvPr id="0" name=""/>
        <dsp:cNvSpPr/>
      </dsp:nvSpPr>
      <dsp:spPr>
        <a:xfrm>
          <a:off x="0" y="940746"/>
          <a:ext cx="417289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3C9AB-3F31-4EA4-BC9F-C11B35E62639}">
      <dsp:nvSpPr>
        <dsp:cNvPr id="0" name=""/>
        <dsp:cNvSpPr/>
      </dsp:nvSpPr>
      <dsp:spPr>
        <a:xfrm>
          <a:off x="0" y="940746"/>
          <a:ext cx="4172894" cy="470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100" kern="1200" dirty="0" err="1"/>
            <a:t>Never</a:t>
          </a:r>
          <a:r>
            <a:rPr lang="es-CR" sz="2100" kern="1200" dirty="0"/>
            <a:t> </a:t>
          </a:r>
          <a:r>
            <a:rPr lang="es-CR" sz="2100" kern="1200" dirty="0" err="1"/>
            <a:t>married</a:t>
          </a:r>
          <a:r>
            <a:rPr lang="es-CR" sz="2100" kern="1200" dirty="0"/>
            <a:t> (</a:t>
          </a:r>
          <a:r>
            <a:rPr lang="es-CR" sz="2100" kern="1200" dirty="0" err="1"/>
            <a:t>with</a:t>
          </a:r>
          <a:r>
            <a:rPr lang="es-CR" sz="2100" kern="1200" dirty="0"/>
            <a:t> </a:t>
          </a:r>
          <a:r>
            <a:rPr lang="es-CR" sz="2100" kern="1200" dirty="0" err="1"/>
            <a:t>child</a:t>
          </a:r>
          <a:r>
            <a:rPr lang="es-CR" sz="2100" kern="1200" dirty="0"/>
            <a:t>) (9%)</a:t>
          </a:r>
          <a:endParaRPr lang="en-US" sz="2100" kern="1200" dirty="0"/>
        </a:p>
      </dsp:txBody>
      <dsp:txXfrm>
        <a:off x="0" y="940746"/>
        <a:ext cx="4172894" cy="470229"/>
      </dsp:txXfrm>
    </dsp:sp>
    <dsp:sp modelId="{DE76CC0F-1DA5-4867-B7DA-F2DFC1614020}">
      <dsp:nvSpPr>
        <dsp:cNvPr id="0" name=""/>
        <dsp:cNvSpPr/>
      </dsp:nvSpPr>
      <dsp:spPr>
        <a:xfrm>
          <a:off x="0" y="1410976"/>
          <a:ext cx="4172894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7FB72-E2AE-488C-9A62-0D7EA2EECE95}">
      <dsp:nvSpPr>
        <dsp:cNvPr id="0" name=""/>
        <dsp:cNvSpPr/>
      </dsp:nvSpPr>
      <dsp:spPr>
        <a:xfrm>
          <a:off x="0" y="1410976"/>
          <a:ext cx="4172894" cy="470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100" kern="1200" dirty="0" err="1"/>
            <a:t>Divorced</a:t>
          </a:r>
          <a:r>
            <a:rPr lang="es-CR" sz="2100" kern="1200" dirty="0"/>
            <a:t> (8%) </a:t>
          </a:r>
          <a:endParaRPr lang="en-US" sz="2100" kern="1200" dirty="0"/>
        </a:p>
      </dsp:txBody>
      <dsp:txXfrm>
        <a:off x="0" y="1410976"/>
        <a:ext cx="4172894" cy="470229"/>
      </dsp:txXfrm>
    </dsp:sp>
    <dsp:sp modelId="{5D5E758D-479D-4DA1-82A6-8FEDE289AF06}">
      <dsp:nvSpPr>
        <dsp:cNvPr id="0" name=""/>
        <dsp:cNvSpPr/>
      </dsp:nvSpPr>
      <dsp:spPr>
        <a:xfrm>
          <a:off x="0" y="1881206"/>
          <a:ext cx="417289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2A119-00B2-4411-BBC9-C21EF7275EA1}">
      <dsp:nvSpPr>
        <dsp:cNvPr id="0" name=""/>
        <dsp:cNvSpPr/>
      </dsp:nvSpPr>
      <dsp:spPr>
        <a:xfrm>
          <a:off x="0" y="1881206"/>
          <a:ext cx="4172894" cy="470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0" y="1881206"/>
        <a:ext cx="4172894" cy="470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31DA6-EB86-4321-AFA0-49747C46DDE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21622-C4CC-40D6-948A-5DDD6D685E1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3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dirty="0"/>
              <a:t>Gini </a:t>
            </a:r>
            <a:r>
              <a:rPr lang="es-CR" dirty="0" err="1"/>
              <a:t>index</a:t>
            </a:r>
            <a:r>
              <a:rPr lang="es-CR" dirty="0"/>
              <a:t>: 0 </a:t>
            </a:r>
            <a:r>
              <a:rPr lang="es-CR" dirty="0" err="1"/>
              <a:t>all</a:t>
            </a:r>
            <a:r>
              <a:rPr lang="es-CR" dirty="0"/>
              <a:t> </a:t>
            </a:r>
            <a:r>
              <a:rPr lang="es-CR" dirty="0" err="1"/>
              <a:t>people</a:t>
            </a:r>
            <a:r>
              <a:rPr lang="es-CR" dirty="0"/>
              <a:t> in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household</a:t>
            </a:r>
            <a:r>
              <a:rPr lang="es-CR" dirty="0"/>
              <a:t> </a:t>
            </a:r>
            <a:r>
              <a:rPr lang="es-CR" dirty="0" err="1"/>
              <a:t>earn</a:t>
            </a:r>
            <a:r>
              <a:rPr lang="es-CR" dirty="0"/>
              <a:t> </a:t>
            </a:r>
            <a:r>
              <a:rPr lang="es-CR" dirty="0" err="1"/>
              <a:t>equally</a:t>
            </a:r>
            <a:r>
              <a:rPr lang="es-CR" dirty="0"/>
              <a:t> and 1 </a:t>
            </a:r>
            <a:r>
              <a:rPr lang="es-CR" dirty="0" err="1"/>
              <a:t>when</a:t>
            </a:r>
            <a:r>
              <a:rPr lang="es-CR" dirty="0"/>
              <a:t> </a:t>
            </a:r>
            <a:r>
              <a:rPr lang="es-CR" dirty="0" err="1"/>
              <a:t>only</a:t>
            </a:r>
            <a:r>
              <a:rPr lang="es-CR" dirty="0"/>
              <a:t> </a:t>
            </a:r>
            <a:r>
              <a:rPr lang="es-CR" dirty="0" err="1"/>
              <a:t>one</a:t>
            </a:r>
            <a:r>
              <a:rPr lang="es-CR" dirty="0"/>
              <a:t> </a:t>
            </a:r>
            <a:r>
              <a:rPr lang="es-CR" dirty="0" err="1"/>
              <a:t>person</a:t>
            </a:r>
            <a:r>
              <a:rPr lang="es-CR" dirty="0"/>
              <a:t> </a:t>
            </a:r>
            <a:r>
              <a:rPr lang="es-CR" dirty="0" err="1"/>
              <a:t>holds</a:t>
            </a:r>
            <a:r>
              <a:rPr lang="es-CR" dirty="0"/>
              <a:t> </a:t>
            </a:r>
            <a:r>
              <a:rPr lang="es-CR" dirty="0" err="1"/>
              <a:t>most</a:t>
            </a:r>
            <a:r>
              <a:rPr lang="es-CR" dirty="0"/>
              <a:t> </a:t>
            </a:r>
            <a:r>
              <a:rPr lang="es-CR" dirty="0" err="1"/>
              <a:t>of</a:t>
            </a:r>
            <a:r>
              <a:rPr lang="es-CR" dirty="0"/>
              <a:t>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3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### **Key Questions**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</a:t>
            </a:r>
            <a:r>
              <a:rPr lang="en-US" b="1" dirty="0"/>
              <a:t>**Are there noticeable income disparities across demographic groups such as gender?**</a:t>
            </a:r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**How do societal roles (household relationship) interact with gender to influence income?**</a:t>
            </a:r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**What are the primary structural barriers to higher income, and how do they interact?**</a:t>
            </a:r>
            <a:endParaRPr lang="en-US" dirty="0"/>
          </a:p>
          <a:p>
            <a:r>
              <a:rPr lang="en-US" dirty="0"/>
              <a:t>   - Sub-question: Are racial disparities evident in income distribution?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74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dirty="0"/>
              <a:t>Median </a:t>
            </a:r>
            <a:r>
              <a:rPr lang="es-CR" dirty="0" err="1"/>
              <a:t>of</a:t>
            </a:r>
            <a:r>
              <a:rPr lang="es-CR" dirty="0"/>
              <a:t> </a:t>
            </a:r>
            <a:r>
              <a:rPr lang="es-CR" dirty="0" err="1"/>
              <a:t>marri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R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87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dirty="0"/>
              <a:t>77% </a:t>
            </a:r>
            <a:r>
              <a:rPr lang="es-CR" dirty="0" err="1"/>
              <a:t>of</a:t>
            </a:r>
            <a:r>
              <a:rPr lang="es-CR" dirty="0"/>
              <a:t>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population</a:t>
            </a:r>
            <a:r>
              <a:rPr lang="es-CR" dirty="0"/>
              <a:t> has a </a:t>
            </a:r>
            <a:r>
              <a:rPr lang="es-CR" dirty="0" err="1"/>
              <a:t>low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. </a:t>
            </a:r>
          </a:p>
          <a:p>
            <a:r>
              <a:rPr lang="es-CR" dirty="0"/>
              <a:t>Male are 2.3x more </a:t>
            </a:r>
            <a:r>
              <a:rPr lang="es-CR" dirty="0" err="1"/>
              <a:t>likely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earn</a:t>
            </a:r>
            <a:r>
              <a:rPr lang="es-CR" dirty="0"/>
              <a:t> </a:t>
            </a:r>
            <a:r>
              <a:rPr lang="es-CR" dirty="0" err="1"/>
              <a:t>higher</a:t>
            </a:r>
            <a:r>
              <a:rPr lang="es-CR" dirty="0"/>
              <a:t> salaries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25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dirty="0"/>
              <a:t>MALE ARE 2.3x more </a:t>
            </a:r>
            <a:r>
              <a:rPr lang="es-CR" dirty="0" err="1"/>
              <a:t>likely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earn</a:t>
            </a:r>
            <a:r>
              <a:rPr lang="es-CR" dirty="0"/>
              <a:t> more </a:t>
            </a:r>
            <a:r>
              <a:rPr lang="es-CR" dirty="0" err="1"/>
              <a:t>than</a:t>
            </a:r>
            <a:r>
              <a:rPr lang="es-CR" dirty="0"/>
              <a:t> male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46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Consolas" panose="020B0609020204030204" pitchFamily="49" charset="0"/>
              </a:rPr>
              <a:t>Highest high-income rate: Prof-school → 69.3% Lowest high-income rate: Preschool → 1.4%</a:t>
            </a:r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78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0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1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dirty="0"/>
              <a:t>*</a:t>
            </a:r>
            <a:r>
              <a:rPr lang="es-CR" dirty="0" err="1"/>
              <a:t>What</a:t>
            </a:r>
            <a:r>
              <a:rPr lang="es-CR" dirty="0"/>
              <a:t> </a:t>
            </a:r>
            <a:r>
              <a:rPr lang="es-CR" dirty="0" err="1"/>
              <a:t>races</a:t>
            </a:r>
            <a:r>
              <a:rPr lang="es-CR" dirty="0"/>
              <a:t> </a:t>
            </a:r>
            <a:r>
              <a:rPr lang="es-CR" dirty="0" err="1"/>
              <a:t>dominate</a:t>
            </a:r>
            <a:r>
              <a:rPr lang="es-CR" dirty="0"/>
              <a:t>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high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 </a:t>
            </a:r>
            <a:r>
              <a:rPr lang="es-CR" dirty="0" err="1"/>
              <a:t>careers</a:t>
            </a:r>
            <a:r>
              <a:rPr lang="es-CR" dirty="0"/>
              <a:t>?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58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dirty="0" err="1"/>
              <a:t>Patterns</a:t>
            </a:r>
            <a:r>
              <a:rPr lang="es-CR" dirty="0"/>
              <a:t> in </a:t>
            </a:r>
            <a:r>
              <a:rPr lang="es-CR" dirty="0" err="1"/>
              <a:t>household</a:t>
            </a:r>
            <a:r>
              <a:rPr lang="es-CR" dirty="0"/>
              <a:t> </a:t>
            </a:r>
            <a:r>
              <a:rPr lang="es-CR" dirty="0" err="1"/>
              <a:t>relationship</a:t>
            </a:r>
            <a:r>
              <a:rPr lang="es-CR" dirty="0"/>
              <a:t> shows </a:t>
            </a:r>
            <a:r>
              <a:rPr lang="es-CR" dirty="0" err="1"/>
              <a:t>that</a:t>
            </a:r>
            <a:r>
              <a:rPr lang="es-CR" dirty="0"/>
              <a:t> </a:t>
            </a:r>
            <a:r>
              <a:rPr lang="es-CR" dirty="0" err="1"/>
              <a:t>married</a:t>
            </a:r>
            <a:r>
              <a:rPr lang="es-CR" dirty="0"/>
              <a:t> </a:t>
            </a:r>
            <a:r>
              <a:rPr lang="es-CR" dirty="0" err="1"/>
              <a:t>subjects</a:t>
            </a:r>
            <a:r>
              <a:rPr lang="es-CR" dirty="0"/>
              <a:t> are </a:t>
            </a:r>
            <a:r>
              <a:rPr lang="es-CR" dirty="0" err="1"/>
              <a:t>well</a:t>
            </a:r>
            <a:r>
              <a:rPr lang="es-CR" dirty="0"/>
              <a:t> </a:t>
            </a:r>
            <a:r>
              <a:rPr lang="es-CR" dirty="0" err="1"/>
              <a:t>distributed</a:t>
            </a:r>
            <a:r>
              <a:rPr lang="es-CR" dirty="0"/>
              <a:t> </a:t>
            </a:r>
            <a:r>
              <a:rPr lang="es-CR" dirty="0" err="1"/>
              <a:t>amongst</a:t>
            </a:r>
            <a:r>
              <a:rPr lang="es-CR" dirty="0"/>
              <a:t> </a:t>
            </a:r>
            <a:r>
              <a:rPr lang="es-CR" dirty="0" err="1"/>
              <a:t>low</a:t>
            </a:r>
            <a:r>
              <a:rPr lang="es-CR" dirty="0"/>
              <a:t> and </a:t>
            </a:r>
            <a:r>
              <a:rPr lang="es-CR" dirty="0" err="1"/>
              <a:t>high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. </a:t>
            </a:r>
          </a:p>
          <a:p>
            <a:r>
              <a:rPr lang="es-CR" dirty="0" err="1"/>
              <a:t>It</a:t>
            </a:r>
            <a:r>
              <a:rPr lang="es-CR" dirty="0"/>
              <a:t> </a:t>
            </a:r>
            <a:r>
              <a:rPr lang="es-CR" dirty="0" err="1"/>
              <a:t>is</a:t>
            </a:r>
            <a:r>
              <a:rPr lang="es-CR" dirty="0"/>
              <a:t> in </a:t>
            </a:r>
            <a:r>
              <a:rPr lang="es-CR" dirty="0" err="1"/>
              <a:t>categories</a:t>
            </a:r>
            <a:r>
              <a:rPr lang="es-CR" dirty="0"/>
              <a:t> </a:t>
            </a:r>
            <a:r>
              <a:rPr lang="es-CR" dirty="0" err="1"/>
              <a:t>like</a:t>
            </a:r>
            <a:r>
              <a:rPr lang="es-CR" dirty="0"/>
              <a:t> “</a:t>
            </a:r>
            <a:r>
              <a:rPr lang="es-CR" dirty="0" err="1"/>
              <a:t>unmarried</a:t>
            </a:r>
            <a:r>
              <a:rPr lang="es-CR" dirty="0"/>
              <a:t>” , “</a:t>
            </a:r>
            <a:r>
              <a:rPr lang="es-CR" dirty="0" err="1"/>
              <a:t>not</a:t>
            </a:r>
            <a:r>
              <a:rPr lang="es-CR" dirty="0"/>
              <a:t> in </a:t>
            </a:r>
            <a:r>
              <a:rPr lang="es-CR" dirty="0" err="1"/>
              <a:t>family</a:t>
            </a:r>
            <a:r>
              <a:rPr lang="es-CR" dirty="0"/>
              <a:t>  </a:t>
            </a:r>
            <a:r>
              <a:rPr lang="es-CR" dirty="0" err="1"/>
              <a:t>that</a:t>
            </a:r>
            <a:r>
              <a:rPr lang="es-CR" dirty="0"/>
              <a:t> </a:t>
            </a:r>
            <a:r>
              <a:rPr lang="es-CR" dirty="0" err="1"/>
              <a:t>above</a:t>
            </a:r>
            <a:r>
              <a:rPr lang="es-CR" dirty="0"/>
              <a:t> 95% </a:t>
            </a:r>
            <a:r>
              <a:rPr lang="es-CR" dirty="0" err="1"/>
              <a:t>of</a:t>
            </a:r>
            <a:r>
              <a:rPr lang="es-CR" dirty="0"/>
              <a:t>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distribution</a:t>
            </a:r>
            <a:r>
              <a:rPr lang="es-CR" dirty="0"/>
              <a:t> in </a:t>
            </a:r>
            <a:r>
              <a:rPr lang="es-CR" dirty="0" err="1"/>
              <a:t>female</a:t>
            </a:r>
            <a:r>
              <a:rPr lang="es-CR" dirty="0"/>
              <a:t> </a:t>
            </a:r>
            <a:r>
              <a:rPr lang="es-CR" dirty="0" err="1"/>
              <a:t>falls</a:t>
            </a:r>
            <a:r>
              <a:rPr lang="es-CR" dirty="0"/>
              <a:t> in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low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 </a:t>
            </a:r>
            <a:r>
              <a:rPr lang="es-CR" dirty="0" err="1"/>
              <a:t>category</a:t>
            </a:r>
            <a:r>
              <a:rPr lang="es-CR" dirty="0"/>
              <a:t>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34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88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19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021622-C4CC-40D6-948A-5DDD6D685E1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5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94A90-ACAA-A4E2-6537-6B88B9D0F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7136A7-9D98-C779-5435-BB0EBC3CA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BC65B3-9E58-8524-0EC8-2237F620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2FBF5C-5EA9-316E-8AC1-2D8E3DF2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A167E9-45E1-1B40-BB21-904274A0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8361C-AF01-BD4D-93D4-53662FC0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C7E2C-A0A2-D111-D1D0-4768D974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4D6907-33AB-F9D9-FE87-F0EC3C31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E2E7E3-0526-990C-C77C-10AF1080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8DD5D8-6EBC-451C-FD9E-4E423F0BD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3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7728B-CF93-2127-A214-7F08557E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36B1D2-3699-EA39-5395-7AFB2F888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0F8577-9DD6-9AD0-EDD5-DDC38395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95AA67-46E3-48E7-6239-9C7E5264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8F5ECA-B0A5-5598-663C-073AAAA8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38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B2788-BD06-BB4E-F7BF-49C0F8E2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3093C0-92DA-27F6-E864-409870633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48AEE7-C1E6-1D3A-8669-E49DFA73A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EEE339-6C4C-4D0D-1C0D-2507267E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8D5A82-2A21-A5E8-275F-39B5D011F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730A86-21C6-C6F6-4348-0868040F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861AD-B93F-B164-E9B9-29C8139F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480A66-233C-6A3C-95CF-DCFB0537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9479D4-2AA1-B723-BE80-9B24967E7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0954068-8074-291C-BC39-A01505C31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C4ACF5-6358-D6D3-379E-792FC54D1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1149F1-512E-E9F1-DF0D-9046A0046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9FE5AF-7316-BC7F-FB30-900B0874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CD6CFF3-4F03-B60C-5949-EA6CAFE9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21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BC026-50EA-1A14-0333-6EC582BF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B7698E-E721-9957-1272-0E75CEE1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A71E9E-5315-9763-2660-228DAE10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FE6EE1-5817-31F6-3192-98453D4F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1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11C482-7613-0763-E1F0-4D3A3B2C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F155BA-1041-DD48-498A-EA1BEDEF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DAAA0F-31DF-9F50-15F8-CA8CB580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7BB67-3773-49F9-F823-8C6A2307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CD390E-88E0-1A2C-3DD2-E7678F809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20056E-9331-2DD5-3AEB-4FDF5235B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E2238E-CEE6-A771-ACD9-F30FC4639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96B8B1-CD8C-8C88-32A6-D0D4F16B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02AB3-EC6F-D451-7787-8665BA8B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2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872B6-431E-2D77-8C37-B58A378F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09398C-82E3-19D4-9B93-E6C49AC2B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F51510-07E4-DFC4-187F-B57242DFB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F623CA-A95E-EA27-4A00-7B9489312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16B617-0D20-2C16-6D34-DB007AAE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66D69F-5855-DBE5-0192-054176C4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2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0760D-4A37-8524-2FBC-002EF533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1EE2CE-6CC5-AD11-B7B1-16F7D27A9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63E48E-6B14-E985-A072-D85C5096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4554C8-1DAD-CC2A-E9EA-427F3713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CE6F14-CCAF-BA31-FEB1-13C659DB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51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BB2CE8-E4B7-1E98-F520-A9ED0193E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C45D63-1D0A-3546-5FA5-CA584881E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EE2DCF-224D-1A34-11E4-010DFE87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6B23B6-00E5-285D-BAFA-13EFD17EF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D1279-9222-D38E-8854-2AF6ADF5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0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C0A678-63A3-9ACF-713B-DA00005DD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B50CF3-385A-C9AF-B0BB-F9D087E1D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B3B6F7-6B2D-FEC6-ABE5-BF92A81E4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A196E5-796F-4353-8A37-C9E77D8AB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DEE2A2-5205-6133-8850-05AA4B915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B34480-29C6-90F3-63A6-722AB4CFE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40A44-7BB6-4BBB-86DD-B1DB3B86649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9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5C05478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AF1136-53DC-E301-6534-807779513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role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gender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determination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adult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income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b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data-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driven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s-C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analysis</a:t>
            </a:r>
            <a:r>
              <a:rPr lang="es-CR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88026B-C6BD-8EDA-CE64-63F0E5011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s-C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Irish Levi Bawingan</a:t>
            </a:r>
          </a:p>
          <a:p>
            <a:r>
              <a:rPr lang="es-CR" sz="2000">
                <a:solidFill>
                  <a:schemeClr val="tx1">
                    <a:lumMod val="65000"/>
                    <a:lumOff val="35000"/>
                  </a:schemeClr>
                </a:solidFill>
              </a:rPr>
              <a:t>Nicole Segura Salas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8" name="Picture 4" descr="Ironhack | Course Finder">
            <a:extLst>
              <a:ext uri="{FF2B5EF4-FFF2-40B4-BE49-F238E27FC236}">
                <a16:creationId xmlns:a16="http://schemas.microsoft.com/office/drawing/2014/main" id="{0E529BDF-9E6B-F568-DF71-0FE355A8F7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10"/>
          <a:stretch>
            <a:fillRect/>
          </a:stretch>
        </p:blipFill>
        <p:spPr bwMode="auto">
          <a:xfrm>
            <a:off x="9320213" y="4363123"/>
            <a:ext cx="2143125" cy="17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880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434C386-9F45-22BB-E602-79CBC75C5470}"/>
              </a:ext>
            </a:extLst>
          </p:cNvPr>
          <p:cNvSpPr/>
          <p:nvPr/>
        </p:nvSpPr>
        <p:spPr>
          <a:xfrm>
            <a:off x="8993529" y="0"/>
            <a:ext cx="319847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7E1FF4-8F44-B3F6-172E-A33D9818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Adult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: </a:t>
            </a:r>
            <a:r>
              <a:rPr lang="es-CR" dirty="0" err="1"/>
              <a:t>Dataset</a:t>
            </a:r>
            <a:r>
              <a:rPr lang="es-CR" dirty="0"/>
              <a:t> </a:t>
            </a:r>
            <a:r>
              <a:rPr lang="es-CR" dirty="0" err="1"/>
              <a:t>structure</a:t>
            </a:r>
            <a:endParaRPr lang="en-US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6A55EF1-284B-B0C4-282F-D8C33723C9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7644090"/>
              </p:ext>
            </p:extLst>
          </p:nvPr>
        </p:nvGraphicFramePr>
        <p:xfrm>
          <a:off x="411480" y="1143000"/>
          <a:ext cx="8168640" cy="6145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49DA84E7-5699-4948-71FE-EF29922FCCCE}"/>
              </a:ext>
            </a:extLst>
          </p:cNvPr>
          <p:cNvSpPr txBox="1"/>
          <p:nvPr/>
        </p:nvSpPr>
        <p:spPr>
          <a:xfrm>
            <a:off x="8968980" y="-315098"/>
            <a:ext cx="3247567" cy="63856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R" sz="2400" b="1" dirty="0"/>
              <a:t>Data </a:t>
            </a:r>
            <a:r>
              <a:rPr lang="es-CR" sz="2400" b="1" dirty="0" err="1"/>
              <a:t>card</a:t>
            </a:r>
            <a:r>
              <a:rPr lang="es-CR" sz="2400" b="1" dirty="0"/>
              <a:t>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R" sz="2400" dirty="0" err="1"/>
              <a:t>Collected</a:t>
            </a:r>
            <a:r>
              <a:rPr lang="es-CR" sz="2400" dirty="0"/>
              <a:t> </a:t>
            </a:r>
            <a:r>
              <a:rPr lang="es-CR" sz="2400" dirty="0" err="1"/>
              <a:t>by</a:t>
            </a:r>
            <a:r>
              <a:rPr lang="es-CR" sz="2400" dirty="0"/>
              <a:t>: US </a:t>
            </a:r>
            <a:r>
              <a:rPr lang="es-CR" sz="2400" dirty="0" err="1"/>
              <a:t>Census</a:t>
            </a:r>
            <a:r>
              <a:rPr lang="es-CR" sz="2400" dirty="0"/>
              <a:t> Bureau, and </a:t>
            </a:r>
            <a:r>
              <a:rPr lang="es-CR" sz="2400" dirty="0" err="1"/>
              <a:t>Current</a:t>
            </a:r>
            <a:r>
              <a:rPr lang="es-CR" sz="2400" dirty="0"/>
              <a:t> </a:t>
            </a:r>
            <a:r>
              <a:rPr lang="es-CR" sz="2400" dirty="0" err="1"/>
              <a:t>Population</a:t>
            </a:r>
            <a:r>
              <a:rPr lang="es-CR" sz="2400" dirty="0"/>
              <a:t> </a:t>
            </a:r>
            <a:r>
              <a:rPr lang="es-CR" sz="2400" dirty="0" err="1"/>
              <a:t>Survey</a:t>
            </a:r>
            <a:endParaRPr lang="es-CR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R" sz="2400" dirty="0" err="1"/>
              <a:t>Distributed</a:t>
            </a:r>
            <a:r>
              <a:rPr lang="es-CR" sz="2400" dirty="0"/>
              <a:t> </a:t>
            </a:r>
            <a:r>
              <a:rPr lang="es-CR" sz="2400" dirty="0" err="1"/>
              <a:t>by</a:t>
            </a:r>
            <a:r>
              <a:rPr lang="es-CR" sz="2400" dirty="0"/>
              <a:t>: UC Irvine MLR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R" sz="2400" dirty="0" err="1"/>
              <a:t>Year</a:t>
            </a:r>
            <a:r>
              <a:rPr lang="es-CR" sz="2400" dirty="0"/>
              <a:t> = 1996 (</a:t>
            </a:r>
            <a:r>
              <a:rPr lang="es-CR" sz="2400" dirty="0" err="1"/>
              <a:t>based</a:t>
            </a:r>
            <a:r>
              <a:rPr lang="es-CR" sz="2400" dirty="0"/>
              <a:t> </a:t>
            </a:r>
            <a:r>
              <a:rPr lang="es-CR" sz="2400" dirty="0" err="1"/>
              <a:t>on</a:t>
            </a:r>
            <a:r>
              <a:rPr lang="es-CR" sz="2400" dirty="0"/>
              <a:t> </a:t>
            </a:r>
            <a:r>
              <a:rPr lang="es-CR" sz="2400" dirty="0" err="1"/>
              <a:t>Kaggle</a:t>
            </a:r>
            <a:r>
              <a:rPr lang="es-CR" sz="2400" dirty="0"/>
              <a:t> </a:t>
            </a:r>
            <a:r>
              <a:rPr lang="es-CR" sz="2400" dirty="0" err="1"/>
              <a:t>source</a:t>
            </a:r>
            <a:r>
              <a:rPr lang="es-CR" sz="2400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R" sz="2400" dirty="0"/>
              <a:t>Data </a:t>
            </a:r>
            <a:r>
              <a:rPr lang="es-CR" sz="2400" dirty="0" err="1"/>
              <a:t>reduction</a:t>
            </a:r>
            <a:r>
              <a:rPr lang="es-CR" sz="2400" dirty="0"/>
              <a:t>: -28%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R" sz="2400" dirty="0"/>
              <a:t>Data </a:t>
            </a:r>
            <a:r>
              <a:rPr lang="es-CR" sz="2400" dirty="0" err="1"/>
              <a:t>cleaned</a:t>
            </a:r>
            <a:r>
              <a:rPr lang="es-CR" sz="2400" dirty="0"/>
              <a:t>: ~ 6%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46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A80A1-C8A6-D91F-B1B4-B0BD15B9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Sample</a:t>
            </a:r>
            <a:r>
              <a:rPr lang="es-CR" dirty="0"/>
              <a:t> </a:t>
            </a:r>
            <a:r>
              <a:rPr lang="es-CR" dirty="0" err="1"/>
              <a:t>context</a:t>
            </a:r>
            <a:r>
              <a:rPr lang="es-CR" dirty="0"/>
              <a:t> : </a:t>
            </a:r>
            <a:r>
              <a:rPr lang="es-CR" dirty="0" err="1"/>
              <a:t>Rise</a:t>
            </a:r>
            <a:r>
              <a:rPr lang="es-CR" dirty="0"/>
              <a:t> </a:t>
            </a:r>
            <a:r>
              <a:rPr lang="es-CR" dirty="0" err="1"/>
              <a:t>of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 </a:t>
            </a:r>
            <a:r>
              <a:rPr lang="es-CR" dirty="0" err="1"/>
              <a:t>inequality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73DCA-C6B1-37AA-E7C6-B09040989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758" y="2021215"/>
            <a:ext cx="5257800" cy="3803015"/>
          </a:xfrm>
        </p:spPr>
        <p:txBody>
          <a:bodyPr>
            <a:normAutofit/>
          </a:bodyPr>
          <a:lstStyle/>
          <a:p>
            <a:r>
              <a:rPr lang="es-CR" sz="2400" dirty="0"/>
              <a:t>Gini </a:t>
            </a:r>
            <a:r>
              <a:rPr lang="es-CR" sz="2400" dirty="0" err="1"/>
              <a:t>index</a:t>
            </a:r>
            <a:r>
              <a:rPr lang="es-CR" sz="2400" dirty="0"/>
              <a:t>: A </a:t>
            </a:r>
            <a:r>
              <a:rPr lang="es-CR" sz="2400" dirty="0" err="1"/>
              <a:t>measure</a:t>
            </a:r>
            <a:r>
              <a:rPr lang="es-CR" sz="2400" dirty="0"/>
              <a:t> </a:t>
            </a:r>
            <a:r>
              <a:rPr lang="es-CR" sz="2400" dirty="0" err="1"/>
              <a:t>of</a:t>
            </a:r>
            <a:r>
              <a:rPr lang="es-CR" sz="2400" dirty="0"/>
              <a:t> </a:t>
            </a:r>
            <a:r>
              <a:rPr lang="es-CR" sz="2400" dirty="0" err="1"/>
              <a:t>income</a:t>
            </a:r>
            <a:r>
              <a:rPr lang="es-CR" sz="2400" dirty="0"/>
              <a:t> </a:t>
            </a:r>
            <a:r>
              <a:rPr lang="es-CR" sz="2400" dirty="0" err="1"/>
              <a:t>disparity</a:t>
            </a:r>
            <a:r>
              <a:rPr lang="es-CR" sz="2400" dirty="0"/>
              <a:t> in </a:t>
            </a:r>
            <a:r>
              <a:rPr lang="es-CR" sz="2400" dirty="0" err="1"/>
              <a:t>households</a:t>
            </a:r>
            <a:r>
              <a:rPr lang="es-CR" sz="2400" dirty="0"/>
              <a:t>.</a:t>
            </a:r>
          </a:p>
          <a:p>
            <a:r>
              <a:rPr lang="es-CR" sz="2400" dirty="0" err="1"/>
              <a:t>Wage</a:t>
            </a:r>
            <a:r>
              <a:rPr lang="es-CR" sz="2400" dirty="0"/>
              <a:t> </a:t>
            </a:r>
            <a:r>
              <a:rPr lang="es-CR" sz="2400" dirty="0" err="1"/>
              <a:t>distribution</a:t>
            </a:r>
            <a:r>
              <a:rPr lang="es-CR" sz="2400" dirty="0"/>
              <a:t> </a:t>
            </a:r>
            <a:r>
              <a:rPr lang="es-CR" sz="2400" dirty="0" err="1"/>
              <a:t>changes</a:t>
            </a:r>
            <a:r>
              <a:rPr lang="es-CR" sz="2400" dirty="0"/>
              <a:t>: </a:t>
            </a:r>
            <a:r>
              <a:rPr lang="es-CR" sz="2400" dirty="0" err="1"/>
              <a:t>disproportion</a:t>
            </a:r>
            <a:r>
              <a:rPr lang="es-CR" sz="2400" dirty="0"/>
              <a:t> </a:t>
            </a:r>
            <a:r>
              <a:rPr lang="es-CR" sz="2400" dirty="0" err="1"/>
              <a:t>between</a:t>
            </a:r>
            <a:r>
              <a:rPr lang="es-CR" sz="2400" dirty="0"/>
              <a:t> </a:t>
            </a:r>
            <a:r>
              <a:rPr lang="es-CR" sz="2400" dirty="0" err="1"/>
              <a:t>highly</a:t>
            </a:r>
            <a:r>
              <a:rPr lang="es-CR" sz="2400" dirty="0"/>
              <a:t> </a:t>
            </a:r>
            <a:r>
              <a:rPr lang="es-CR" sz="2400" dirty="0" err="1"/>
              <a:t>skilled</a:t>
            </a:r>
            <a:r>
              <a:rPr lang="es-CR" sz="2400" dirty="0"/>
              <a:t>/</a:t>
            </a:r>
            <a:r>
              <a:rPr lang="es-CR" sz="2400" dirty="0" err="1"/>
              <a:t>trained</a:t>
            </a:r>
            <a:r>
              <a:rPr lang="es-CR" sz="2400" dirty="0"/>
              <a:t> </a:t>
            </a:r>
            <a:r>
              <a:rPr lang="es-CR" sz="2400" dirty="0" err="1"/>
              <a:t>jobs</a:t>
            </a:r>
            <a:r>
              <a:rPr lang="es-CR" sz="2400" dirty="0"/>
              <a:t> vs </a:t>
            </a:r>
            <a:r>
              <a:rPr lang="es-CR" sz="2400" dirty="0" err="1"/>
              <a:t>low</a:t>
            </a:r>
            <a:r>
              <a:rPr lang="es-CR" sz="2400" dirty="0"/>
              <a:t> </a:t>
            </a:r>
            <a:r>
              <a:rPr lang="es-CR" sz="2400" dirty="0" err="1"/>
              <a:t>end</a:t>
            </a:r>
            <a:r>
              <a:rPr lang="es-CR" sz="2400" dirty="0"/>
              <a:t> Jobs. </a:t>
            </a:r>
          </a:p>
          <a:p>
            <a:r>
              <a:rPr lang="es-CR" sz="2400" dirty="0"/>
              <a:t>Decline </a:t>
            </a:r>
            <a:r>
              <a:rPr lang="es-CR" sz="2400" dirty="0" err="1"/>
              <a:t>of</a:t>
            </a:r>
            <a:r>
              <a:rPr lang="es-CR" sz="2400" dirty="0"/>
              <a:t> </a:t>
            </a:r>
            <a:r>
              <a:rPr lang="es-CR" sz="2400" dirty="0" err="1"/>
              <a:t>workers</a:t>
            </a:r>
            <a:r>
              <a:rPr lang="es-CR" sz="2400" dirty="0"/>
              <a:t> </a:t>
            </a:r>
            <a:r>
              <a:rPr lang="es-CR" sz="2400" dirty="0" err="1"/>
              <a:t>belonging</a:t>
            </a:r>
            <a:r>
              <a:rPr lang="es-CR" sz="2400" dirty="0"/>
              <a:t> </a:t>
            </a:r>
            <a:r>
              <a:rPr lang="es-CR" sz="2400" dirty="0" err="1"/>
              <a:t>to</a:t>
            </a:r>
            <a:r>
              <a:rPr lang="es-CR" sz="2400" dirty="0"/>
              <a:t> </a:t>
            </a:r>
            <a:r>
              <a:rPr lang="es-CR" sz="2400" dirty="0" err="1"/>
              <a:t>unions</a:t>
            </a:r>
            <a:r>
              <a:rPr lang="es-CR" sz="2400" dirty="0"/>
              <a:t>.</a:t>
            </a:r>
          </a:p>
          <a:p>
            <a:r>
              <a:rPr lang="es-CR" sz="2400" dirty="0" err="1"/>
              <a:t>Increased</a:t>
            </a:r>
            <a:r>
              <a:rPr lang="es-CR" sz="2400" dirty="0"/>
              <a:t> </a:t>
            </a:r>
            <a:r>
              <a:rPr lang="es-CR" sz="2400" dirty="0" err="1"/>
              <a:t>temporary</a:t>
            </a:r>
            <a:r>
              <a:rPr lang="es-CR" sz="2400" dirty="0"/>
              <a:t> </a:t>
            </a:r>
            <a:r>
              <a:rPr lang="es-CR" sz="2400" dirty="0" err="1"/>
              <a:t>works</a:t>
            </a:r>
            <a:r>
              <a:rPr lang="es-CR" sz="2400" dirty="0"/>
              <a:t>. </a:t>
            </a:r>
          </a:p>
          <a:p>
            <a:endParaRPr lang="es-CR" dirty="0"/>
          </a:p>
          <a:p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F07AF9-4DAE-5861-364D-CE764F2D1B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53"/>
          <a:stretch>
            <a:fillRect/>
          </a:stretch>
        </p:blipFill>
        <p:spPr>
          <a:xfrm>
            <a:off x="584821" y="1690688"/>
            <a:ext cx="5246370" cy="439515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4A8DB0A-2E15-8089-2959-52F07ACB3DB8}"/>
              </a:ext>
            </a:extLst>
          </p:cNvPr>
          <p:cNvSpPr txBox="1"/>
          <p:nvPr/>
        </p:nvSpPr>
        <p:spPr>
          <a:xfrm>
            <a:off x="1933393" y="5931951"/>
            <a:ext cx="3897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400" dirty="0" err="1"/>
              <a:t>Weinberg,D.H</a:t>
            </a:r>
            <a:r>
              <a:rPr lang="es-CR" sz="1400" dirty="0"/>
              <a:t>, </a:t>
            </a:r>
            <a:r>
              <a:rPr lang="es-CR" sz="1400" dirty="0" err="1"/>
              <a:t>Current</a:t>
            </a:r>
            <a:r>
              <a:rPr lang="es-CR" sz="1400" dirty="0"/>
              <a:t> </a:t>
            </a:r>
            <a:r>
              <a:rPr lang="es-CR" sz="1400" dirty="0" err="1"/>
              <a:t>Population</a:t>
            </a:r>
            <a:r>
              <a:rPr lang="es-CR" sz="1400" dirty="0"/>
              <a:t> Reports,1996</a:t>
            </a:r>
            <a:endParaRPr lang="en-US" sz="1400" dirty="0"/>
          </a:p>
        </p:txBody>
      </p:sp>
      <p:sp>
        <p:nvSpPr>
          <p:cNvPr id="8" name="Flecha: pentágono 7">
            <a:extLst>
              <a:ext uri="{FF2B5EF4-FFF2-40B4-BE49-F238E27FC236}">
                <a16:creationId xmlns:a16="http://schemas.microsoft.com/office/drawing/2014/main" id="{A76A9413-4B67-0026-3665-DB22F205E28B}"/>
              </a:ext>
            </a:extLst>
          </p:cNvPr>
          <p:cNvSpPr/>
          <p:nvPr/>
        </p:nvSpPr>
        <p:spPr>
          <a:xfrm rot="10800000">
            <a:off x="6096000" y="5692309"/>
            <a:ext cx="6096000" cy="731796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ED889F-1821-FFCF-1FA8-F1178C0D5AE4}"/>
              </a:ext>
            </a:extLst>
          </p:cNvPr>
          <p:cNvSpPr txBox="1"/>
          <p:nvPr/>
        </p:nvSpPr>
        <p:spPr>
          <a:xfrm>
            <a:off x="7292898" y="5796597"/>
            <a:ext cx="4431036" cy="52322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R" dirty="0" err="1"/>
              <a:t>What</a:t>
            </a:r>
            <a:r>
              <a:rPr lang="es-CR" dirty="0"/>
              <a:t> </a:t>
            </a:r>
            <a:r>
              <a:rPr lang="es-CR" dirty="0" err="1"/>
              <a:t>about</a:t>
            </a:r>
            <a:r>
              <a:rPr lang="es-CR" dirty="0"/>
              <a:t> </a:t>
            </a:r>
            <a:r>
              <a:rPr lang="es-CR" dirty="0" err="1"/>
              <a:t>gender</a:t>
            </a:r>
            <a:r>
              <a:rPr lang="es-CR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07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E9C2A2D-3E17-CAD6-783F-F95420D1346F}"/>
              </a:ext>
            </a:extLst>
          </p:cNvPr>
          <p:cNvSpPr/>
          <p:nvPr/>
        </p:nvSpPr>
        <p:spPr>
          <a:xfrm>
            <a:off x="1616054" y="2718696"/>
            <a:ext cx="8959892" cy="32401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 there noticeable income disparities across genders?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A3AF697-33B8-4A86-B0DD-CD8593692D9C}"/>
              </a:ext>
            </a:extLst>
          </p:cNvPr>
          <p:cNvSpPr/>
          <p:nvPr/>
        </p:nvSpPr>
        <p:spPr>
          <a:xfrm>
            <a:off x="3279132" y="5104462"/>
            <a:ext cx="5671836" cy="5594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R" sz="24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Are </a:t>
            </a:r>
            <a:r>
              <a:rPr lang="es-CR" sz="2400" dirty="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there</a:t>
            </a:r>
            <a:r>
              <a:rPr lang="es-CR" sz="24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400" dirty="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significant</a:t>
            </a:r>
            <a:r>
              <a:rPr lang="es-CR" sz="24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400" dirty="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race</a:t>
            </a:r>
            <a:r>
              <a:rPr lang="es-CR" sz="24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400" dirty="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disparities</a:t>
            </a:r>
            <a:r>
              <a:rPr lang="es-CR" sz="24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?</a:t>
            </a:r>
            <a:endParaRPr lang="en-US" sz="24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13190D4-6BCE-91AB-9C97-B25ED48747BD}"/>
              </a:ext>
            </a:extLst>
          </p:cNvPr>
          <p:cNvSpPr/>
          <p:nvPr/>
        </p:nvSpPr>
        <p:spPr>
          <a:xfrm>
            <a:off x="3048000" y="4054804"/>
            <a:ext cx="6096000" cy="83013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R" sz="27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What</a:t>
            </a:r>
            <a:r>
              <a:rPr lang="es-CR" sz="27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7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aspects</a:t>
            </a:r>
            <a:r>
              <a:rPr lang="es-CR" sz="27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7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influence</a:t>
            </a:r>
            <a:r>
              <a:rPr lang="es-CR" sz="27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7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es-CR" sz="27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7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income</a:t>
            </a:r>
            <a:r>
              <a:rPr lang="es-CR" sz="27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7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across</a:t>
            </a:r>
            <a:r>
              <a:rPr lang="es-CR" sz="27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r>
              <a:rPr lang="es-CR" sz="27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genders</a:t>
            </a:r>
            <a:r>
              <a:rPr lang="es-CR" sz="27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?</a:t>
            </a:r>
            <a:endParaRPr lang="en-US" sz="270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743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D02ECE9-E81A-F0F4-CBF8-B4C3E7034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529" y="2085788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Results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8C609D9-610B-82AA-91C4-374D660B8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0" y="3948056"/>
            <a:ext cx="6096000" cy="8301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14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106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F5CC2AC8-1046-9E63-B253-3247CE7D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/>
              <a:t>Workforce characteristics</a:t>
            </a:r>
          </a:p>
        </p:txBody>
      </p:sp>
      <p:sp>
        <p:nvSpPr>
          <p:cNvPr id="64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5D43D7A-0DAC-351B-DD07-53FD40A893D6}"/>
              </a:ext>
            </a:extLst>
          </p:cNvPr>
          <p:cNvSpPr txBox="1"/>
          <p:nvPr/>
        </p:nvSpPr>
        <p:spPr>
          <a:xfrm>
            <a:off x="5333999" y="4440365"/>
            <a:ext cx="6214871" cy="1722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Positive skewness in both gender</a:t>
            </a:r>
            <a:br>
              <a:rPr lang="en-US" sz="2200" dirty="0"/>
            </a:br>
            <a:r>
              <a:rPr lang="en-US" sz="2200" dirty="0"/>
              <a:t>S</a:t>
            </a:r>
            <a:r>
              <a:rPr lang="en-US" sz="2200" baseline="-25000" dirty="0"/>
              <a:t>f</a:t>
            </a:r>
            <a:r>
              <a:rPr lang="en-US" sz="2200" dirty="0"/>
              <a:t> = 0.58 &gt; </a:t>
            </a:r>
            <a:r>
              <a:rPr lang="en-US" sz="2200" dirty="0" err="1"/>
              <a:t>S</a:t>
            </a:r>
            <a:r>
              <a:rPr lang="en-US" sz="2200" baseline="-25000" dirty="0" err="1"/>
              <a:t>m</a:t>
            </a:r>
            <a:r>
              <a:rPr lang="en-US" sz="2200" dirty="0"/>
              <a:t> 0.54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Close to the age of retirement.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Median of marriage (by 1994):24.5 (fem), 26.7 (male)</a:t>
            </a:r>
          </a:p>
        </p:txBody>
      </p:sp>
      <p:pic>
        <p:nvPicPr>
          <p:cNvPr id="22" name="Imagen 21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E7B3893C-F487-E72F-4758-1C116B0A1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372757"/>
            <a:ext cx="4814328" cy="3610746"/>
          </a:xfrm>
          <a:prstGeom prst="rect">
            <a:avLst/>
          </a:prstGeom>
        </p:spPr>
      </p:pic>
      <p:pic>
        <p:nvPicPr>
          <p:cNvPr id="25" name="Imagen 24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55FDD0B0-3EE7-AAF3-EC2C-4590EC9B7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928" y="414029"/>
            <a:ext cx="4814328" cy="361074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07BAE4E-A7F2-C6D6-2687-0281A4D3F7A6}"/>
              </a:ext>
            </a:extLst>
          </p:cNvPr>
          <p:cNvSpPr txBox="1"/>
          <p:nvPr/>
        </p:nvSpPr>
        <p:spPr>
          <a:xfrm>
            <a:off x="7140903" y="6443971"/>
            <a:ext cx="5048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 err="1"/>
              <a:t>US.Bureau</a:t>
            </a:r>
            <a:r>
              <a:rPr lang="es-CR" dirty="0"/>
              <a:t> </a:t>
            </a:r>
            <a:r>
              <a:rPr lang="es-CR" dirty="0" err="1"/>
              <a:t>of</a:t>
            </a:r>
            <a:r>
              <a:rPr lang="es-CR" dirty="0"/>
              <a:t> </a:t>
            </a:r>
            <a:r>
              <a:rPr lang="es-CR" dirty="0" err="1"/>
              <a:t>the</a:t>
            </a:r>
            <a:r>
              <a:rPr lang="es-CR" dirty="0"/>
              <a:t> </a:t>
            </a:r>
            <a:r>
              <a:rPr lang="es-CR" dirty="0" err="1"/>
              <a:t>Census</a:t>
            </a:r>
            <a:r>
              <a:rPr lang="es-CR" dirty="0"/>
              <a:t>. Series:P23-P191,1996.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49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F074D7-AC6C-66B5-C3E5-524A155D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Income inequality</a:t>
            </a:r>
            <a:b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(Gender &amp; Race distribution)</a:t>
            </a:r>
          </a:p>
        </p:txBody>
      </p:sp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08249063-2360-7032-E0A2-56C2EBCB5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27" y="2103746"/>
            <a:ext cx="5852172" cy="4389129"/>
          </a:xfrm>
          <a:prstGeom prst="rect">
            <a:avLst/>
          </a:prstGeom>
        </p:spPr>
      </p:pic>
      <p:pic>
        <p:nvPicPr>
          <p:cNvPr id="9" name="Imagen 8" descr="Gráfico, Gráfico de barras, Gráfico en cascada&#10;&#10;El contenido generado por IA puede ser incorrecto.">
            <a:extLst>
              <a:ext uri="{FF2B5EF4-FFF2-40B4-BE49-F238E27FC236}">
                <a16:creationId xmlns:a16="http://schemas.microsoft.com/office/drawing/2014/main" id="{0C940001-23D3-6D4A-F35D-66DBB9A01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44985"/>
            <a:ext cx="5852172" cy="43891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FAA6D7A-EF3D-8AC4-C8D6-E3B9B31B1C85}"/>
              </a:ext>
            </a:extLst>
          </p:cNvPr>
          <p:cNvSpPr txBox="1"/>
          <p:nvPr/>
        </p:nvSpPr>
        <p:spPr>
          <a:xfrm>
            <a:off x="1934208" y="2160319"/>
            <a:ext cx="2948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77%               </a:t>
            </a:r>
            <a:r>
              <a:rPr lang="es-CR"/>
              <a:t>vs                    23%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17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820577E-1D23-308D-98D6-EA265F8B9776}"/>
              </a:ext>
            </a:extLst>
          </p:cNvPr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924C87-28E6-6EAA-81D4-BC58E18A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38" y="825722"/>
            <a:ext cx="2924843" cy="150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Where to look?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D5199D9-F930-C7A9-95E1-698D20C59553}"/>
              </a:ext>
            </a:extLst>
          </p:cNvPr>
          <p:cNvSpPr txBox="1"/>
          <p:nvPr/>
        </p:nvSpPr>
        <p:spPr>
          <a:xfrm>
            <a:off x="303299" y="2690712"/>
            <a:ext cx="3782520" cy="36810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Considering that: all p &lt; 0  </a:t>
            </a:r>
            <a:br>
              <a:rPr lang="en-US" sz="2000" dirty="0">
                <a:solidFill>
                  <a:srgbClr val="595959"/>
                </a:solidFill>
              </a:rPr>
            </a:br>
            <a:r>
              <a:rPr lang="en-US" sz="2000" dirty="0">
                <a:solidFill>
                  <a:srgbClr val="595959"/>
                </a:solidFill>
              </a:rPr>
              <a:t>The most relevant statistical effects are: </a:t>
            </a:r>
          </a:p>
          <a:p>
            <a:pPr marL="28575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Relationship</a:t>
            </a:r>
          </a:p>
          <a:p>
            <a:pPr marL="28575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Education</a:t>
            </a:r>
          </a:p>
          <a:p>
            <a:pPr marL="28575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Gender </a:t>
            </a:r>
          </a:p>
          <a:p>
            <a:pPr marL="28575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The weak effect of the individual parameters is a result of their </a:t>
            </a:r>
            <a:r>
              <a:rPr lang="en-US" sz="2000" dirty="0" err="1">
                <a:solidFill>
                  <a:srgbClr val="595959"/>
                </a:solidFill>
              </a:rPr>
              <a:t>interdepence</a:t>
            </a:r>
            <a:r>
              <a:rPr lang="en-US" sz="2000" dirty="0">
                <a:solidFill>
                  <a:srgbClr val="595959"/>
                </a:solidFill>
              </a:rPr>
              <a:t>.</a:t>
            </a:r>
          </a:p>
        </p:txBody>
      </p:sp>
      <p:pic>
        <p:nvPicPr>
          <p:cNvPr id="5" name="Imagen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0F66A58-A59D-72E9-7D81-C68FB3EBA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17" y="1588457"/>
            <a:ext cx="7499583" cy="4443821"/>
          </a:xfrm>
          <a:prstGeom prst="rect">
            <a:avLst/>
          </a:prstGeom>
          <a:solidFill>
            <a:srgbClr val="FF6B6B"/>
          </a:solidFill>
        </p:spPr>
      </p:pic>
    </p:spTree>
    <p:extLst>
      <p:ext uri="{BB962C8B-B14F-4D97-AF65-F5344CB8AC3E}">
        <p14:creationId xmlns:p14="http://schemas.microsoft.com/office/powerpoint/2010/main" val="306754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1875A-5BDD-4F8B-1D01-35DE68905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026"/>
            <a:ext cx="12192000" cy="1325563"/>
          </a:xfrm>
        </p:spPr>
        <p:txBody>
          <a:bodyPr/>
          <a:lstStyle/>
          <a:p>
            <a:pPr algn="ctr"/>
            <a:r>
              <a:rPr lang="es-CR" dirty="0" err="1"/>
              <a:t>Education</a:t>
            </a:r>
            <a:r>
              <a:rPr lang="es-CR" dirty="0"/>
              <a:t> </a:t>
            </a:r>
            <a:r>
              <a:rPr lang="es-CR" dirty="0" err="1"/>
              <a:t>grants</a:t>
            </a:r>
            <a:r>
              <a:rPr lang="es-CR" dirty="0"/>
              <a:t> </a:t>
            </a:r>
            <a:r>
              <a:rPr lang="es-CR" dirty="0" err="1"/>
              <a:t>access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high-end</a:t>
            </a:r>
            <a:r>
              <a:rPr lang="es-CR" dirty="0"/>
              <a:t> </a:t>
            </a:r>
            <a:r>
              <a:rPr lang="es-CR" dirty="0" err="1"/>
              <a:t>jobs</a:t>
            </a:r>
            <a:r>
              <a:rPr lang="es-CR" dirty="0"/>
              <a:t> </a:t>
            </a:r>
            <a:endParaRPr lang="en-US" dirty="0"/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EE8534F1-EAAF-98BA-A369-308543083B85}"/>
              </a:ext>
            </a:extLst>
          </p:cNvPr>
          <p:cNvSpPr/>
          <p:nvPr/>
        </p:nvSpPr>
        <p:spPr>
          <a:xfrm rot="10800000">
            <a:off x="284201" y="2273642"/>
            <a:ext cx="469557" cy="3188043"/>
          </a:xfrm>
          <a:prstGeom prst="downArrow">
            <a:avLst/>
          </a:prstGeom>
          <a:solidFill>
            <a:srgbClr val="E2D2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id="{E0B51298-4511-39FE-5E85-044EE24A7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90" y="1371589"/>
            <a:ext cx="9144018" cy="5486411"/>
          </a:xfrm>
          <a:prstGeom prst="rect">
            <a:avLst/>
          </a:prstGeom>
        </p:spPr>
      </p:pic>
      <p:sp>
        <p:nvSpPr>
          <p:cNvPr id="10" name="Flecha: pentágono 9">
            <a:extLst>
              <a:ext uri="{FF2B5EF4-FFF2-40B4-BE49-F238E27FC236}">
                <a16:creationId xmlns:a16="http://schemas.microsoft.com/office/drawing/2014/main" id="{CA0F56D7-8CD5-A453-B02F-DFC785A9C610}"/>
              </a:ext>
            </a:extLst>
          </p:cNvPr>
          <p:cNvSpPr/>
          <p:nvPr/>
        </p:nvSpPr>
        <p:spPr>
          <a:xfrm rot="16200000">
            <a:off x="9642382" y="4689387"/>
            <a:ext cx="2792628" cy="1544595"/>
          </a:xfrm>
          <a:prstGeom prst="homePlate">
            <a:avLst/>
          </a:prstGeom>
          <a:solidFill>
            <a:srgbClr val="98D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64569E-0F5C-76C9-95F5-22FBC2974D43}"/>
              </a:ext>
            </a:extLst>
          </p:cNvPr>
          <p:cNvSpPr txBox="1"/>
          <p:nvPr/>
        </p:nvSpPr>
        <p:spPr>
          <a:xfrm>
            <a:off x="10454834" y="5086516"/>
            <a:ext cx="1167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err="1"/>
              <a:t>Is</a:t>
            </a:r>
            <a:r>
              <a:rPr lang="es-CR" dirty="0"/>
              <a:t> </a:t>
            </a:r>
            <a:r>
              <a:rPr lang="es-CR" dirty="0" err="1"/>
              <a:t>access</a:t>
            </a:r>
            <a:r>
              <a:rPr lang="es-CR" dirty="0"/>
              <a:t> </a:t>
            </a:r>
            <a:r>
              <a:rPr lang="es-CR" dirty="0" err="1"/>
              <a:t>equal</a:t>
            </a:r>
            <a:r>
              <a:rPr lang="es-CR" dirty="0"/>
              <a:t> </a:t>
            </a:r>
            <a:r>
              <a:rPr lang="es-CR" dirty="0" err="1"/>
              <a:t>across</a:t>
            </a:r>
            <a:r>
              <a:rPr lang="es-CR" dirty="0"/>
              <a:t> </a:t>
            </a:r>
            <a:r>
              <a:rPr lang="es-CR" dirty="0" err="1"/>
              <a:t>genders</a:t>
            </a:r>
            <a:r>
              <a:rPr lang="es-CR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82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3B9DEFDB-EDB3-E5B1-4CB0-E6F88C04382A}"/>
              </a:ext>
            </a:extLst>
          </p:cNvPr>
          <p:cNvSpPr/>
          <p:nvPr/>
        </p:nvSpPr>
        <p:spPr>
          <a:xfrm>
            <a:off x="0" y="5792053"/>
            <a:ext cx="12192000" cy="1065947"/>
          </a:xfrm>
          <a:prstGeom prst="rect">
            <a:avLst/>
          </a:prstGeom>
          <a:solidFill>
            <a:srgbClr val="98D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492AD4-5408-27EA-7DE7-1EA18506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382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Education access on across on gender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41F6893-15C6-C296-F1E5-FD162B92D114}"/>
              </a:ext>
            </a:extLst>
          </p:cNvPr>
          <p:cNvSpPr txBox="1"/>
          <p:nvPr/>
        </p:nvSpPr>
        <p:spPr>
          <a:xfrm>
            <a:off x="3809559" y="5986558"/>
            <a:ext cx="3782520" cy="3595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400050" indent="-3429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R" sz="2000" dirty="0" err="1">
                <a:solidFill>
                  <a:srgbClr val="595959"/>
                </a:solidFill>
              </a:rPr>
              <a:t>Both</a:t>
            </a:r>
            <a:r>
              <a:rPr lang="es-CR" sz="2000" dirty="0">
                <a:solidFill>
                  <a:srgbClr val="595959"/>
                </a:solidFill>
              </a:rPr>
              <a:t> </a:t>
            </a:r>
            <a:r>
              <a:rPr lang="es-CR" sz="2000" dirty="0" err="1">
                <a:solidFill>
                  <a:srgbClr val="595959"/>
                </a:solidFill>
              </a:rPr>
              <a:t>genders</a:t>
            </a:r>
            <a:r>
              <a:rPr lang="es-CR" sz="2000" dirty="0">
                <a:solidFill>
                  <a:srgbClr val="595959"/>
                </a:solidFill>
              </a:rPr>
              <a:t> </a:t>
            </a:r>
            <a:r>
              <a:rPr lang="es-CR" sz="2000" dirty="0" err="1">
                <a:solidFill>
                  <a:srgbClr val="595959"/>
                </a:solidFill>
              </a:rPr>
              <a:t>have</a:t>
            </a:r>
            <a:r>
              <a:rPr lang="es-CR" sz="2000" dirty="0">
                <a:solidFill>
                  <a:srgbClr val="595959"/>
                </a:solidFill>
              </a:rPr>
              <a:t> similar </a:t>
            </a:r>
            <a:r>
              <a:rPr lang="es-CR" sz="2000" dirty="0" err="1">
                <a:solidFill>
                  <a:srgbClr val="595959"/>
                </a:solidFill>
              </a:rPr>
              <a:t>access</a:t>
            </a:r>
            <a:r>
              <a:rPr lang="es-CR" sz="2000" dirty="0">
                <a:solidFill>
                  <a:srgbClr val="595959"/>
                </a:solidFill>
              </a:rPr>
              <a:t> </a:t>
            </a:r>
            <a:r>
              <a:rPr lang="es-CR" sz="2000" dirty="0" err="1">
                <a:solidFill>
                  <a:srgbClr val="595959"/>
                </a:solidFill>
              </a:rPr>
              <a:t>to</a:t>
            </a:r>
            <a:r>
              <a:rPr lang="es-CR" sz="2000" dirty="0">
                <a:solidFill>
                  <a:srgbClr val="595959"/>
                </a:solidFill>
              </a:rPr>
              <a:t> </a:t>
            </a:r>
            <a:r>
              <a:rPr lang="es-CR" sz="2000" dirty="0" err="1">
                <a:solidFill>
                  <a:srgbClr val="595959"/>
                </a:solidFill>
              </a:rPr>
              <a:t>education</a:t>
            </a:r>
            <a:endParaRPr lang="en-US" sz="2000" dirty="0">
              <a:solidFill>
                <a:srgbClr val="595959"/>
              </a:solidFill>
            </a:endParaRPr>
          </a:p>
        </p:txBody>
      </p:sp>
      <p:pic>
        <p:nvPicPr>
          <p:cNvPr id="4" name="Imagen 3" descr="Gráfico, Histograma, Gráfico en cascada&#10;&#10;El contenido generado por IA puede ser incorrecto.">
            <a:extLst>
              <a:ext uri="{FF2B5EF4-FFF2-40B4-BE49-F238E27FC236}">
                <a16:creationId xmlns:a16="http://schemas.microsoft.com/office/drawing/2014/main" id="{18204BA1-3872-9AE4-96E5-A0F0B2D94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28" y="1094883"/>
            <a:ext cx="10892543" cy="46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5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157A3-07A2-83BE-7692-353C504E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254"/>
            <a:ext cx="10515600" cy="1325563"/>
          </a:xfrm>
        </p:spPr>
        <p:txBody>
          <a:bodyPr/>
          <a:lstStyle/>
          <a:p>
            <a:r>
              <a:rPr lang="es-CR" dirty="0" err="1"/>
              <a:t>Occupation</a:t>
            </a:r>
            <a:r>
              <a:rPr lang="es-CR" dirty="0"/>
              <a:t> and </a:t>
            </a:r>
            <a:r>
              <a:rPr lang="es-CR" dirty="0" err="1"/>
              <a:t>industry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701DF2F-990D-859F-C7CD-62F52BD4A255}"/>
              </a:ext>
            </a:extLst>
          </p:cNvPr>
          <p:cNvSpPr txBox="1"/>
          <p:nvPr/>
        </p:nvSpPr>
        <p:spPr>
          <a:xfrm>
            <a:off x="12672816" y="5000716"/>
            <a:ext cx="54691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CR" dirty="0" err="1"/>
              <a:t>Lowest</a:t>
            </a:r>
            <a:r>
              <a:rPr lang="es-CR" dirty="0"/>
              <a:t> </a:t>
            </a:r>
            <a:r>
              <a:rPr lang="es-CR" dirty="0" err="1"/>
              <a:t>incomes</a:t>
            </a:r>
            <a:r>
              <a:rPr lang="es-CR" dirty="0"/>
              <a:t>:  </a:t>
            </a:r>
            <a:r>
              <a:rPr lang="es-CR" dirty="0" err="1"/>
              <a:t>priv</a:t>
            </a:r>
            <a:r>
              <a:rPr lang="es-CR" dirty="0"/>
              <a:t> </a:t>
            </a:r>
            <a:r>
              <a:rPr lang="es-CR" dirty="0" err="1"/>
              <a:t>house</a:t>
            </a:r>
            <a:r>
              <a:rPr lang="es-CR" dirty="0"/>
              <a:t> </a:t>
            </a:r>
            <a:r>
              <a:rPr lang="es-CR" dirty="0" err="1"/>
              <a:t>service</a:t>
            </a:r>
            <a:endParaRPr lang="es-CR" dirty="0"/>
          </a:p>
          <a:p>
            <a:pPr marL="342900" indent="-342900">
              <a:buAutoNum type="arabicPeriod"/>
            </a:pPr>
            <a:r>
              <a:rPr lang="es-CR" dirty="0" err="1"/>
              <a:t>Highest</a:t>
            </a:r>
            <a:r>
              <a:rPr lang="es-CR" dirty="0"/>
              <a:t> </a:t>
            </a:r>
            <a:r>
              <a:rPr lang="es-CR" dirty="0" err="1"/>
              <a:t>incomes</a:t>
            </a:r>
            <a:r>
              <a:rPr lang="es-CR" dirty="0"/>
              <a:t>: </a:t>
            </a:r>
            <a:r>
              <a:rPr lang="es-CR" dirty="0" err="1"/>
              <a:t>exec</a:t>
            </a:r>
            <a:r>
              <a:rPr lang="es-CR" dirty="0"/>
              <a:t>. </a:t>
            </a:r>
            <a:r>
              <a:rPr lang="es-CR" dirty="0" err="1"/>
              <a:t>Managerial</a:t>
            </a:r>
            <a:r>
              <a:rPr lang="es-CR" dirty="0"/>
              <a:t>, </a:t>
            </a:r>
            <a:r>
              <a:rPr lang="es-CR" dirty="0" err="1"/>
              <a:t>prof,speciality</a:t>
            </a:r>
            <a:endParaRPr lang="es-CR" dirty="0"/>
          </a:p>
          <a:p>
            <a:endParaRPr lang="en-U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3143F09-41C4-EF7F-40D4-6B3920C51E99}"/>
              </a:ext>
            </a:extLst>
          </p:cNvPr>
          <p:cNvSpPr txBox="1"/>
          <p:nvPr/>
        </p:nvSpPr>
        <p:spPr>
          <a:xfrm>
            <a:off x="12672816" y="1997839"/>
            <a:ext cx="31902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nsolas" panose="020B0609020204030204" pitchFamily="49" charset="0"/>
              </a:rPr>
              <a:t>High-paying occupations (&gt;30%): ['Exec-managerial', 'Prof-specialty', 'Armed-Forces', 'Protective-serv'] Low-paying occupations (&lt;10%): ['Handlers-cleaners', 'Other-service', 'Priv-house-serv']</a:t>
            </a:r>
            <a:endParaRPr lang="en-US" dirty="0"/>
          </a:p>
        </p:txBody>
      </p:sp>
      <p:pic>
        <p:nvPicPr>
          <p:cNvPr id="25" name="Imagen 2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262CFC0-0A27-5A8B-4C9B-1A6B5FA26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91" y="1371589"/>
            <a:ext cx="9144018" cy="5486411"/>
          </a:xfrm>
          <a:prstGeom prst="rect">
            <a:avLst/>
          </a:prstGeom>
        </p:spPr>
      </p:pic>
      <p:sp>
        <p:nvSpPr>
          <p:cNvPr id="3" name="Flecha: pentágono 2">
            <a:extLst>
              <a:ext uri="{FF2B5EF4-FFF2-40B4-BE49-F238E27FC236}">
                <a16:creationId xmlns:a16="http://schemas.microsoft.com/office/drawing/2014/main" id="{C187CAE6-2026-B2A6-8D75-E7284A1CA3A3}"/>
              </a:ext>
            </a:extLst>
          </p:cNvPr>
          <p:cNvSpPr/>
          <p:nvPr/>
        </p:nvSpPr>
        <p:spPr>
          <a:xfrm rot="10800000">
            <a:off x="9609086" y="1676071"/>
            <a:ext cx="2501891" cy="1325562"/>
          </a:xfrm>
          <a:prstGeom prst="homePlate">
            <a:avLst/>
          </a:prstGeom>
          <a:solidFill>
            <a:srgbClr val="FF6B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5A824D0-75B4-CF16-0D2E-FBD4771DA1CD}"/>
              </a:ext>
            </a:extLst>
          </p:cNvPr>
          <p:cNvSpPr txBox="1"/>
          <p:nvPr/>
        </p:nvSpPr>
        <p:spPr>
          <a:xfrm>
            <a:off x="10251948" y="1893901"/>
            <a:ext cx="18512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 err="1"/>
              <a:t>Exec-managerial</a:t>
            </a:r>
            <a:endParaRPr lang="es-CR" dirty="0"/>
          </a:p>
          <a:p>
            <a:r>
              <a:rPr lang="es-CR" dirty="0"/>
              <a:t>Prof. Specialty</a:t>
            </a:r>
          </a:p>
          <a:p>
            <a:r>
              <a:rPr lang="es-CR" dirty="0" err="1"/>
              <a:t>Tech-support</a:t>
            </a:r>
            <a:endParaRPr lang="es-CR" dirty="0"/>
          </a:p>
          <a:p>
            <a:endParaRPr lang="en-US" dirty="0"/>
          </a:p>
        </p:txBody>
      </p:sp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F9A1ED5A-E43A-65F0-3DBE-FD5A36367C0F}"/>
              </a:ext>
            </a:extLst>
          </p:cNvPr>
          <p:cNvSpPr/>
          <p:nvPr/>
        </p:nvSpPr>
        <p:spPr>
          <a:xfrm rot="10800000">
            <a:off x="9601269" y="5000716"/>
            <a:ext cx="2501891" cy="1325562"/>
          </a:xfrm>
          <a:prstGeom prst="homePlate">
            <a:avLst/>
          </a:prstGeom>
          <a:solidFill>
            <a:srgbClr val="FF6B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DF18EE-81F1-6FD6-7D93-D6D41129EAF0}"/>
              </a:ext>
            </a:extLst>
          </p:cNvPr>
          <p:cNvSpPr txBox="1"/>
          <p:nvPr/>
        </p:nvSpPr>
        <p:spPr>
          <a:xfrm>
            <a:off x="10074522" y="5181930"/>
            <a:ext cx="20364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 err="1"/>
              <a:t>Farming-Fishing</a:t>
            </a:r>
            <a:endParaRPr lang="es-CR" dirty="0"/>
          </a:p>
          <a:p>
            <a:r>
              <a:rPr lang="es-CR" dirty="0" err="1"/>
              <a:t>Handlers-cleaners</a:t>
            </a:r>
            <a:endParaRPr lang="es-CR" dirty="0"/>
          </a:p>
          <a:p>
            <a:r>
              <a:rPr lang="es-CR" dirty="0" err="1"/>
              <a:t>Priv-house-serv</a:t>
            </a:r>
            <a:endParaRPr lang="es-C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160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AFB4D-0F67-6EFE-C23C-5AC034AC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R" dirty="0" err="1"/>
              <a:t>Occupation</a:t>
            </a:r>
            <a:r>
              <a:rPr lang="es-CR" dirty="0"/>
              <a:t> vs </a:t>
            </a:r>
            <a:r>
              <a:rPr lang="es-CR" dirty="0" err="1"/>
              <a:t>Gender</a:t>
            </a:r>
            <a:r>
              <a:rPr lang="es-CR" dirty="0"/>
              <a:t> </a:t>
            </a:r>
            <a:r>
              <a:rPr lang="es-CR" dirty="0" err="1"/>
              <a:t>distribution</a:t>
            </a:r>
            <a:endParaRPr lang="en-US" dirty="0"/>
          </a:p>
        </p:txBody>
      </p:sp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D11CE925-B1B6-9FFA-A2C0-E872FAA9B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8871"/>
            <a:ext cx="5852172" cy="4389129"/>
          </a:xfrm>
          <a:prstGeom prst="rect">
            <a:avLst/>
          </a:prstGeom>
        </p:spPr>
      </p:pic>
      <p:pic>
        <p:nvPicPr>
          <p:cNvPr id="11" name="Imagen 1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D59203C-9336-2D3F-B068-125D3FE07D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68870"/>
            <a:ext cx="5852172" cy="43891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11C2CDD-8205-3C12-A52F-3624378CDB5A}"/>
              </a:ext>
            </a:extLst>
          </p:cNvPr>
          <p:cNvSpPr/>
          <p:nvPr/>
        </p:nvSpPr>
        <p:spPr>
          <a:xfrm>
            <a:off x="243828" y="1690688"/>
            <a:ext cx="5528322" cy="7781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High-</a:t>
            </a:r>
            <a:r>
              <a:rPr lang="es-C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end</a:t>
            </a:r>
            <a:r>
              <a:rPr lang="es-C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C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jobs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2574CA-CA64-6B1E-347C-4A6BA0A902BF}"/>
              </a:ext>
            </a:extLst>
          </p:cNvPr>
          <p:cNvSpPr/>
          <p:nvPr/>
        </p:nvSpPr>
        <p:spPr>
          <a:xfrm>
            <a:off x="6446544" y="1690688"/>
            <a:ext cx="5528322" cy="7781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>
                <a:solidFill>
                  <a:schemeClr val="tx1">
                    <a:lumMod val="50000"/>
                    <a:lumOff val="50000"/>
                  </a:schemeClr>
                </a:solidFill>
              </a:rPr>
              <a:t>Low-end </a:t>
            </a:r>
            <a:r>
              <a:rPr lang="es-C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jobs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45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922C4-369E-566C-46D4-7BDA23FE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Common association </a:t>
            </a:r>
            <a:r>
              <a:rPr lang="en-US" sz="5400" dirty="0"/>
              <a:t>types 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2" name="CuadroTexto 19">
            <a:extLst>
              <a:ext uri="{FF2B5EF4-FFF2-40B4-BE49-F238E27FC236}">
                <a16:creationId xmlns:a16="http://schemas.microsoft.com/office/drawing/2014/main" id="{D75CF624-13BA-29CF-240C-C8B3666E2D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061223"/>
              </p:ext>
            </p:extLst>
          </p:nvPr>
        </p:nvGraphicFramePr>
        <p:xfrm>
          <a:off x="6934018" y="2145188"/>
          <a:ext cx="4172894" cy="2351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3" name="Marcador de contenido 1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1101475-6F63-8225-4B7C-693309959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2607"/>
            <a:ext cx="6402916" cy="4802187"/>
          </a:xfr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8080C7B1-E990-AA27-42FA-11E3C61F966C}"/>
              </a:ext>
            </a:extLst>
          </p:cNvPr>
          <p:cNvSpPr txBox="1"/>
          <p:nvPr/>
        </p:nvSpPr>
        <p:spPr>
          <a:xfrm>
            <a:off x="6827338" y="4691796"/>
            <a:ext cx="46483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2000" dirty="0"/>
              <a:t>People </a:t>
            </a:r>
            <a:r>
              <a:rPr lang="es-CR" sz="2000" dirty="0" err="1"/>
              <a:t>inside</a:t>
            </a:r>
            <a:r>
              <a:rPr lang="es-CR" sz="2000" dirty="0"/>
              <a:t> </a:t>
            </a:r>
            <a:r>
              <a:rPr lang="es-CR" sz="2000" dirty="0" err="1"/>
              <a:t>marriage</a:t>
            </a:r>
            <a:r>
              <a:rPr lang="es-CR" sz="2000" dirty="0"/>
              <a:t> </a:t>
            </a:r>
            <a:r>
              <a:rPr lang="es-CR" sz="2000" dirty="0" err="1"/>
              <a:t>agreements</a:t>
            </a:r>
            <a:r>
              <a:rPr lang="es-CR" sz="2000" dirty="0"/>
              <a:t> are more </a:t>
            </a:r>
            <a:r>
              <a:rPr lang="es-CR" sz="2000" dirty="0" err="1"/>
              <a:t>likely</a:t>
            </a:r>
            <a:r>
              <a:rPr lang="es-CR" sz="2000" dirty="0"/>
              <a:t> </a:t>
            </a:r>
            <a:r>
              <a:rPr lang="es-CR" sz="2000" dirty="0" err="1"/>
              <a:t>to</a:t>
            </a:r>
            <a:r>
              <a:rPr lang="es-CR" sz="2000" dirty="0"/>
              <a:t> be </a:t>
            </a:r>
            <a:r>
              <a:rPr lang="es-CR" sz="2000" dirty="0" err="1"/>
              <a:t>high</a:t>
            </a:r>
            <a:r>
              <a:rPr lang="es-CR" sz="2000" dirty="0"/>
              <a:t> </a:t>
            </a:r>
            <a:r>
              <a:rPr lang="es-CR" sz="2000" dirty="0" err="1"/>
              <a:t>earners</a:t>
            </a:r>
            <a:r>
              <a:rPr lang="es-CR" sz="2000" dirty="0"/>
              <a:t>.</a:t>
            </a:r>
          </a:p>
          <a:p>
            <a:r>
              <a:rPr lang="es-CR" sz="2000" dirty="0" err="1"/>
              <a:t>Never-married</a:t>
            </a:r>
            <a:r>
              <a:rPr lang="es-CR" sz="2000" dirty="0"/>
              <a:t> (w Child) 1.5x more </a:t>
            </a:r>
            <a:r>
              <a:rPr lang="es-CR" sz="2000" dirty="0" err="1"/>
              <a:t>likely</a:t>
            </a:r>
            <a:r>
              <a:rPr lang="es-CR" sz="2000" dirty="0"/>
              <a:t> in </a:t>
            </a:r>
            <a:r>
              <a:rPr lang="es-CR" sz="2000" dirty="0" err="1"/>
              <a:t>men</a:t>
            </a:r>
            <a:r>
              <a:rPr lang="es-CR" sz="2000" dirty="0"/>
              <a:t>. </a:t>
            </a:r>
          </a:p>
          <a:p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176568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212A3C0-AEFF-13D8-E87F-A4B87174C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" y="936967"/>
            <a:ext cx="10469880" cy="5981993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E041D255-C476-B726-B8A3-CB036220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Association</a:t>
            </a:r>
            <a:r>
              <a:rPr lang="es-CR" dirty="0"/>
              <a:t> in </a:t>
            </a:r>
            <a:r>
              <a:rPr lang="es-CR" dirty="0" err="1"/>
              <a:t>high</a:t>
            </a:r>
            <a:r>
              <a:rPr lang="es-CR" dirty="0"/>
              <a:t> </a:t>
            </a:r>
            <a:r>
              <a:rPr lang="es-CR" dirty="0" err="1"/>
              <a:t>income</a:t>
            </a:r>
            <a:r>
              <a:rPr lang="es-CR" dirty="0"/>
              <a:t> </a:t>
            </a:r>
            <a:r>
              <a:rPr lang="es-CR" dirty="0" err="1"/>
              <a:t>levels</a:t>
            </a:r>
            <a:r>
              <a:rPr lang="es-CR" dirty="0"/>
              <a:t> per </a:t>
            </a:r>
            <a:r>
              <a:rPr lang="es-CR" dirty="0" err="1"/>
              <a:t>gender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966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3CC755-8B6C-AACD-34DA-9441402D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Conclusions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51C11275-D877-4C0F-DDD2-DCF77676E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6054" y="2768321"/>
            <a:ext cx="8959892" cy="28285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Income inequality is present in all demographic levels of the sample surveyed.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Noticeable income disparities found among high-income earners.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The stronger influencing aspect is the type of occupation, while education shows equal opportunities across the population.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Relationship status was an important factor for success in both genders by prevalence of Married status.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Distribution in women at high end Jobs shows an increase of single status.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236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pentágono 1">
            <a:extLst>
              <a:ext uri="{FF2B5EF4-FFF2-40B4-BE49-F238E27FC236}">
                <a16:creationId xmlns:a16="http://schemas.microsoft.com/office/drawing/2014/main" id="{F5D11B35-781B-EEBF-B98B-44DB5CE072D6}"/>
              </a:ext>
            </a:extLst>
          </p:cNvPr>
          <p:cNvSpPr/>
          <p:nvPr/>
        </p:nvSpPr>
        <p:spPr>
          <a:xfrm>
            <a:off x="0" y="2893670"/>
            <a:ext cx="9988952" cy="960699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598792-EB2B-B16D-CB78-00016D3B0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1896" y="3104909"/>
            <a:ext cx="4720854" cy="648182"/>
          </a:xfrm>
        </p:spPr>
        <p:txBody>
          <a:bodyPr/>
          <a:lstStyle/>
          <a:p>
            <a:pPr marL="0" indent="0">
              <a:buNone/>
            </a:pPr>
            <a:r>
              <a:rPr lang="es-CR" dirty="0" err="1"/>
              <a:t>Thanks</a:t>
            </a:r>
            <a:r>
              <a:rPr lang="es-CR" dirty="0"/>
              <a:t> </a:t>
            </a:r>
            <a:r>
              <a:rPr lang="es-CR" dirty="0" err="1"/>
              <a:t>for</a:t>
            </a:r>
            <a:r>
              <a:rPr lang="es-CR" dirty="0"/>
              <a:t> </a:t>
            </a:r>
            <a:r>
              <a:rPr lang="es-CR" dirty="0" err="1"/>
              <a:t>your</a:t>
            </a:r>
            <a:r>
              <a:rPr lang="es-CR" dirty="0"/>
              <a:t> </a:t>
            </a:r>
            <a:r>
              <a:rPr lang="es-CR" dirty="0" err="1"/>
              <a:t>attention</a:t>
            </a:r>
            <a:r>
              <a:rPr lang="es-CR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661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9F94F-D897-C752-CE31-E231E85B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10EDF09-F301-0C5F-B083-F22844DC5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4147"/>
            <a:ext cx="5801784" cy="4351338"/>
          </a:xfrm>
        </p:spPr>
      </p:pic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B2F8ED8-D7A0-A45E-DC97-62B016C9D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251468"/>
            <a:ext cx="5852172" cy="438912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B66F60D-14ED-CCB2-E493-712F0CAB253B}"/>
              </a:ext>
            </a:extLst>
          </p:cNvPr>
          <p:cNvSpPr txBox="1"/>
          <p:nvPr/>
        </p:nvSpPr>
        <p:spPr>
          <a:xfrm>
            <a:off x="1313647" y="7224146"/>
            <a:ext cx="3851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57% </a:t>
            </a:r>
            <a:r>
              <a:rPr lang="es-CR" dirty="0" err="1"/>
              <a:t>Female</a:t>
            </a:r>
            <a:r>
              <a:rPr lang="es-CR" dirty="0"/>
              <a:t> are </a:t>
            </a:r>
            <a:r>
              <a:rPr lang="es-CR" dirty="0" err="1"/>
              <a:t>married</a:t>
            </a:r>
            <a:r>
              <a:rPr lang="es-CR" dirty="0"/>
              <a:t> </a:t>
            </a:r>
            <a:r>
              <a:rPr lang="es-CR" dirty="0" err="1"/>
              <a:t>with</a:t>
            </a:r>
            <a:r>
              <a:rPr lang="es-CR" dirty="0"/>
              <a:t> </a:t>
            </a:r>
            <a:r>
              <a:rPr lang="es-CR" dirty="0" err="1"/>
              <a:t>spouse</a:t>
            </a:r>
            <a:endParaRPr lang="es-CR" dirty="0"/>
          </a:p>
          <a:p>
            <a:r>
              <a:rPr lang="es-CR" dirty="0"/>
              <a:t>15% </a:t>
            </a:r>
            <a:r>
              <a:rPr lang="es-CR" dirty="0" err="1"/>
              <a:t>Divorced</a:t>
            </a:r>
            <a:endParaRPr lang="es-CR" dirty="0"/>
          </a:p>
          <a:p>
            <a:r>
              <a:rPr lang="es-CR" dirty="0"/>
              <a:t>13% </a:t>
            </a:r>
            <a:r>
              <a:rPr lang="es-CR" dirty="0" err="1"/>
              <a:t>Not</a:t>
            </a:r>
            <a:r>
              <a:rPr lang="es-CR" dirty="0"/>
              <a:t>-in </a:t>
            </a:r>
            <a:r>
              <a:rPr lang="es-CR" dirty="0" err="1"/>
              <a:t>Family</a:t>
            </a:r>
            <a:r>
              <a:rPr lang="es-CR" dirty="0"/>
              <a:t>, </a:t>
            </a:r>
            <a:r>
              <a:rPr lang="es-CR" dirty="0" err="1"/>
              <a:t>Never</a:t>
            </a:r>
            <a:r>
              <a:rPr lang="es-CR" dirty="0"/>
              <a:t> </a:t>
            </a:r>
            <a:r>
              <a:rPr lang="es-CR" dirty="0" err="1"/>
              <a:t>married</a:t>
            </a:r>
            <a:endParaRPr lang="es-CR" dirty="0"/>
          </a:p>
          <a:p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728627-53B6-413C-9616-442DCF5F88BC}"/>
              </a:ext>
            </a:extLst>
          </p:cNvPr>
          <p:cNvSpPr txBox="1"/>
          <p:nvPr/>
        </p:nvSpPr>
        <p:spPr>
          <a:xfrm>
            <a:off x="7183941" y="7224145"/>
            <a:ext cx="33813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83% </a:t>
            </a:r>
            <a:r>
              <a:rPr lang="es-CR" dirty="0" err="1"/>
              <a:t>married</a:t>
            </a:r>
            <a:r>
              <a:rPr lang="es-CR" dirty="0"/>
              <a:t> </a:t>
            </a:r>
            <a:r>
              <a:rPr lang="es-CR" dirty="0" err="1"/>
              <a:t>with</a:t>
            </a:r>
            <a:r>
              <a:rPr lang="es-CR" dirty="0"/>
              <a:t> </a:t>
            </a:r>
            <a:r>
              <a:rPr lang="es-CR" dirty="0" err="1"/>
              <a:t>spouse</a:t>
            </a:r>
            <a:endParaRPr lang="es-CR" dirty="0"/>
          </a:p>
          <a:p>
            <a:r>
              <a:rPr lang="es-CR" dirty="0"/>
              <a:t>5% </a:t>
            </a:r>
            <a:r>
              <a:rPr lang="es-CR" dirty="0" err="1"/>
              <a:t>Divorced</a:t>
            </a:r>
            <a:endParaRPr lang="es-CR" dirty="0"/>
          </a:p>
          <a:p>
            <a:r>
              <a:rPr lang="es-CR" dirty="0"/>
              <a:t>5% </a:t>
            </a:r>
            <a:r>
              <a:rPr lang="es-CR" dirty="0" err="1"/>
              <a:t>Not</a:t>
            </a:r>
            <a:r>
              <a:rPr lang="es-CR" dirty="0"/>
              <a:t>-in </a:t>
            </a:r>
            <a:r>
              <a:rPr lang="es-CR" dirty="0" err="1"/>
              <a:t>Family</a:t>
            </a:r>
            <a:r>
              <a:rPr lang="es-CR" dirty="0"/>
              <a:t>, </a:t>
            </a:r>
            <a:r>
              <a:rPr lang="es-CR" dirty="0" err="1"/>
              <a:t>Never</a:t>
            </a:r>
            <a:r>
              <a:rPr lang="es-CR" dirty="0"/>
              <a:t> </a:t>
            </a:r>
            <a:r>
              <a:rPr lang="es-CR" dirty="0" err="1"/>
              <a:t>married</a:t>
            </a:r>
            <a:endParaRPr lang="es-CR" dirty="0"/>
          </a:p>
          <a:p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E70A48-C6A2-4E40-62D2-BFA62D5647AB}"/>
              </a:ext>
            </a:extLst>
          </p:cNvPr>
          <p:cNvSpPr txBox="1"/>
          <p:nvPr/>
        </p:nvSpPr>
        <p:spPr>
          <a:xfrm>
            <a:off x="7183941" y="8424474"/>
            <a:ext cx="4169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44%  </a:t>
            </a:r>
            <a:r>
              <a:rPr lang="es-CR" dirty="0" err="1"/>
              <a:t>married</a:t>
            </a:r>
            <a:r>
              <a:rPr lang="es-CR" dirty="0"/>
              <a:t> </a:t>
            </a:r>
            <a:r>
              <a:rPr lang="es-CR" dirty="0" err="1"/>
              <a:t>with</a:t>
            </a:r>
            <a:r>
              <a:rPr lang="es-CR" dirty="0"/>
              <a:t> </a:t>
            </a:r>
            <a:r>
              <a:rPr lang="es-CR" dirty="0" err="1"/>
              <a:t>spouse</a:t>
            </a:r>
            <a:endParaRPr lang="es-CR" dirty="0"/>
          </a:p>
          <a:p>
            <a:r>
              <a:rPr lang="es-CR" dirty="0"/>
              <a:t>17% </a:t>
            </a:r>
            <a:r>
              <a:rPr lang="es-CR" dirty="0" err="1"/>
              <a:t>Not</a:t>
            </a:r>
            <a:r>
              <a:rPr lang="es-CR" dirty="0"/>
              <a:t>-in </a:t>
            </a:r>
            <a:r>
              <a:rPr lang="es-CR" dirty="0" err="1"/>
              <a:t>Family</a:t>
            </a:r>
            <a:r>
              <a:rPr lang="es-CR" dirty="0"/>
              <a:t>, </a:t>
            </a:r>
            <a:r>
              <a:rPr lang="es-CR" dirty="0" err="1"/>
              <a:t>Never</a:t>
            </a:r>
            <a:r>
              <a:rPr lang="es-CR" dirty="0"/>
              <a:t> </a:t>
            </a:r>
            <a:r>
              <a:rPr lang="es-CR" dirty="0" err="1"/>
              <a:t>married</a:t>
            </a:r>
            <a:endParaRPr lang="es-CR" dirty="0"/>
          </a:p>
          <a:p>
            <a:r>
              <a:rPr lang="es-CR" dirty="0"/>
              <a:t>14% </a:t>
            </a:r>
            <a:r>
              <a:rPr lang="es-CR" dirty="0" err="1"/>
              <a:t>Own</a:t>
            </a:r>
            <a:r>
              <a:rPr lang="es-CR" dirty="0"/>
              <a:t> a </a:t>
            </a:r>
            <a:r>
              <a:rPr lang="es-CR" dirty="0" err="1"/>
              <a:t>child</a:t>
            </a:r>
            <a:r>
              <a:rPr lang="es-CR" dirty="0"/>
              <a:t> </a:t>
            </a:r>
            <a:r>
              <a:rPr lang="es-CR" dirty="0" err="1"/>
              <a:t>but</a:t>
            </a:r>
            <a:r>
              <a:rPr lang="es-CR" dirty="0"/>
              <a:t> </a:t>
            </a:r>
            <a:r>
              <a:rPr lang="es-CR" dirty="0" err="1"/>
              <a:t>were</a:t>
            </a:r>
            <a:r>
              <a:rPr lang="es-CR" dirty="0"/>
              <a:t> </a:t>
            </a:r>
            <a:r>
              <a:rPr lang="es-CR" dirty="0" err="1"/>
              <a:t>never</a:t>
            </a:r>
            <a:r>
              <a:rPr lang="es-CR" dirty="0"/>
              <a:t> </a:t>
            </a:r>
            <a:r>
              <a:rPr lang="es-CR" dirty="0" err="1"/>
              <a:t>married</a:t>
            </a:r>
            <a:endParaRPr lang="es-CR" dirty="0"/>
          </a:p>
          <a:p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B45F4E2-B302-E440-D3C5-74994E1FCD84}"/>
              </a:ext>
            </a:extLst>
          </p:cNvPr>
          <p:cNvSpPr txBox="1"/>
          <p:nvPr/>
        </p:nvSpPr>
        <p:spPr>
          <a:xfrm>
            <a:off x="1313647" y="8209190"/>
            <a:ext cx="4169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dirty="0"/>
              <a:t>25% </a:t>
            </a:r>
            <a:r>
              <a:rPr lang="es-CR" dirty="0" err="1"/>
              <a:t>Divorced</a:t>
            </a:r>
            <a:endParaRPr lang="es-CR" dirty="0"/>
          </a:p>
          <a:p>
            <a:r>
              <a:rPr lang="es-CR" dirty="0"/>
              <a:t>18% </a:t>
            </a:r>
            <a:r>
              <a:rPr lang="es-CR" dirty="0" err="1"/>
              <a:t>Not</a:t>
            </a:r>
            <a:r>
              <a:rPr lang="es-CR" dirty="0"/>
              <a:t>-in </a:t>
            </a:r>
            <a:r>
              <a:rPr lang="es-CR" dirty="0" err="1"/>
              <a:t>Family</a:t>
            </a:r>
            <a:r>
              <a:rPr lang="es-CR" dirty="0"/>
              <a:t>, </a:t>
            </a:r>
            <a:r>
              <a:rPr lang="es-CR" dirty="0" err="1"/>
              <a:t>Never</a:t>
            </a:r>
            <a:r>
              <a:rPr lang="es-CR" dirty="0"/>
              <a:t> </a:t>
            </a:r>
            <a:r>
              <a:rPr lang="es-CR" dirty="0" err="1"/>
              <a:t>married</a:t>
            </a:r>
            <a:endParaRPr lang="es-CR" dirty="0"/>
          </a:p>
          <a:p>
            <a:r>
              <a:rPr lang="es-CR" dirty="0"/>
              <a:t>15% </a:t>
            </a:r>
            <a:r>
              <a:rPr lang="es-CR" dirty="0" err="1"/>
              <a:t>Own</a:t>
            </a:r>
            <a:r>
              <a:rPr lang="es-CR" dirty="0"/>
              <a:t> a </a:t>
            </a:r>
            <a:r>
              <a:rPr lang="es-CR" dirty="0" err="1"/>
              <a:t>child</a:t>
            </a:r>
            <a:r>
              <a:rPr lang="es-CR" dirty="0"/>
              <a:t> </a:t>
            </a:r>
            <a:r>
              <a:rPr lang="es-CR" dirty="0" err="1"/>
              <a:t>but</a:t>
            </a:r>
            <a:r>
              <a:rPr lang="es-CR" dirty="0"/>
              <a:t> </a:t>
            </a:r>
            <a:r>
              <a:rPr lang="es-CR" dirty="0" err="1"/>
              <a:t>were</a:t>
            </a:r>
            <a:r>
              <a:rPr lang="es-CR" dirty="0"/>
              <a:t> </a:t>
            </a:r>
            <a:r>
              <a:rPr lang="es-CR" dirty="0" err="1"/>
              <a:t>never</a:t>
            </a:r>
            <a:r>
              <a:rPr lang="es-CR" dirty="0"/>
              <a:t> </a:t>
            </a:r>
            <a:r>
              <a:rPr lang="es-CR" dirty="0" err="1"/>
              <a:t>married</a:t>
            </a:r>
            <a:endParaRPr lang="es-C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61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3014</TotalTime>
  <Words>778</Words>
  <Application>Microsoft Office PowerPoint</Application>
  <PresentationFormat>Panorámica</PresentationFormat>
  <Paragraphs>126</Paragraphs>
  <Slides>17</Slides>
  <Notes>13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Tema de Office</vt:lpstr>
      <vt:lpstr>The role of gender in the determination of adult income.  A data-driven analysis.</vt:lpstr>
      <vt:lpstr>Adult income: Dataset structure</vt:lpstr>
      <vt:lpstr>Sample context : Rise of income inequality</vt:lpstr>
      <vt:lpstr>Presentación de PowerPoint</vt:lpstr>
      <vt:lpstr>Results </vt:lpstr>
      <vt:lpstr>Workforce characteristics</vt:lpstr>
      <vt:lpstr>Income inequality (Gender &amp; Race distribution)</vt:lpstr>
      <vt:lpstr>Where to look? </vt:lpstr>
      <vt:lpstr>Education grants access to high-end jobs </vt:lpstr>
      <vt:lpstr>Education access on across on gender</vt:lpstr>
      <vt:lpstr>Occupation and industry</vt:lpstr>
      <vt:lpstr>Occupation vs Gender distribution</vt:lpstr>
      <vt:lpstr>Common association types </vt:lpstr>
      <vt:lpstr>Association in high income levels per gender</vt:lpstr>
      <vt:lpstr>Conclusions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Segura Salas</dc:creator>
  <cp:lastModifiedBy>Nicole Segura Salas</cp:lastModifiedBy>
  <cp:revision>1</cp:revision>
  <dcterms:created xsi:type="dcterms:W3CDTF">2026-04-15T08:23:13Z</dcterms:created>
  <dcterms:modified xsi:type="dcterms:W3CDTF">2026-04-17T10:55:32Z</dcterms:modified>
</cp:coreProperties>
</file>